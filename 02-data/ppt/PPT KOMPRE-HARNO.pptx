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530" autoAdjust="0"/>
  </p:normalViewPr>
  <p:slideViewPr>
    <p:cSldViewPr snapToGrid="0" showGuides="1">
      <p:cViewPr>
        <p:scale>
          <a:sx n="66" d="100"/>
          <a:sy n="66" d="100"/>
        </p:scale>
        <p:origin x="1253" y="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7102EA-6A72-461C-9842-CAB0F3053D16}" type="datetimeFigureOut">
              <a:rPr lang="en-ID" smtClean="0"/>
              <a:t>16/05/2026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1E9AA4-95D5-4BC4-97CC-0B598211081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16514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Assalamu'alaikum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warahmatullahi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wabarakatuh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. </a:t>
            </a:r>
          </a:p>
          <a:p>
            <a:pPr marL="66675" marR="8636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Yth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Ibu </a:t>
            </a:r>
            <a:r>
              <a:rPr lang="id-ID" sz="18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Dr. Nina Yudha Aryanti, M.Si.</a:t>
            </a:r>
            <a:r>
              <a:rPr lang="en-US" sz="18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Selaku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Dosen</a:t>
            </a:r>
            <a:r>
              <a:rPr lang="id-ID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Pembahas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6675" marR="8636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6675" marR="86360">
              <a:lnSpc>
                <a:spcPct val="115000"/>
              </a:lnSpc>
              <a:spcAft>
                <a:spcPts val="0"/>
              </a:spcAft>
            </a:pP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Yang </a:t>
            </a:r>
            <a:r>
              <a:rPr lang="en-US" sz="18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saya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hormati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</a:p>
          <a:p>
            <a:pPr marL="66675" marR="86360">
              <a:lnSpc>
                <a:spcPct val="115000"/>
              </a:lnSpc>
              <a:spcAft>
                <a:spcPts val="0"/>
              </a:spcAft>
            </a:pPr>
            <a:r>
              <a:rPr lang="en-US" sz="18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Bapak </a:t>
            </a:r>
            <a:r>
              <a:rPr lang="id-ID" sz="18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Prof. Dr. Andy Corry Wardhani, M.S.i.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selaku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Pembimbing</a:t>
            </a:r>
            <a:r>
              <a:rPr lang="id-ID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Utama</a:t>
            </a:r>
            <a:r>
              <a:rPr lang="id-ID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1800" spc="-3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6675" marR="86360">
              <a:lnSpc>
                <a:spcPct val="115000"/>
              </a:lnSpc>
              <a:spcAft>
                <a:spcPts val="0"/>
              </a:spcAft>
            </a:pPr>
            <a:r>
              <a:rPr lang="en-US" sz="18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Ibu </a:t>
            </a:r>
            <a:r>
              <a:rPr lang="id-ID" sz="18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Dr. Eng. Ir. Mardiana, S.T, M.T.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selaku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Pembimbing</a:t>
            </a:r>
            <a:r>
              <a:rPr lang="id-ID" sz="18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Pendamping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dan </a:t>
            </a:r>
            <a:r>
              <a:rPr lang="id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Moderator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Pada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paparan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ini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saya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menyampaikan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hasil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penelitian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tentang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Pengaruh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Gaya Bahasa Chatbot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Terhadap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Usabilitas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Informasi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PMB Pada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Generasi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Z Di Universitas Lampung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Fokus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penelitian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ini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bukan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menilai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kecanggihan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teknis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chatbot,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melainkan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menilai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pengalaman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komunikasi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pengguna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terhadap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dua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gaya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bahasa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chatbot,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yaitu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formal dan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Generasi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Z.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E9AA4-95D5-4BC4-97CC-0B598211081A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89752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Latar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belakang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penelitian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dimulai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dari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perubahan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layanan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informasi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PMB.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Universitas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tidak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hanya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dituntut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menyediakan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informasi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yang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benar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tetapi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juga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menyampaikannya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melalui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media yang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cepat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konsisten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dan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nyaman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bagi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calon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mahasiswa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Karena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calon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mahasiswa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saat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didominasi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Generasi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Z,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maka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gaya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komunikasi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menjadi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penting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Chatbot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dalam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penelitian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diposisikan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sebagai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media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komunikasi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institusional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berbasis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percakapan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n-ID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E9AA4-95D5-4BC4-97CC-0B598211081A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9875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Kesenjangan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penelitian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terletak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pada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fokus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kajian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Banyak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penelitian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chatbot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menitikberatkan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pada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sisi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teknis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sedangkan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penelitian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melihat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chatbot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sebagai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media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komunikasi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Pertanyaan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utamanya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bukan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apakah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chatbot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mampu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bekerja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secara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teknis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tetapi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apakah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gaya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bahasa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yang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berbeda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menghasilkan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pengalaman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usabilitas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komunikasi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yang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berbeda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bagi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Generasi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Z.</a:t>
            </a:r>
            <a:endParaRPr lang="en-ID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E9AA4-95D5-4BC4-97CC-0B598211081A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53976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Rumusan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masalah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disusun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menjadi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tiga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agar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sejajar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dengan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tujuan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analisis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hasil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dan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simpulan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Pertama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mendeskripsikan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tingkat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usabilitas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masing-masing chatbot.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Kedua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menguji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apakah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terdapat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perbedaan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skor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CUQ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antara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chatbot formal dan Gen-Z.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Ketiga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mengidentifikasi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aspek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usabilitas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yang paling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menonjol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Kerangka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pikirnya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menempatkan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gaya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bahasa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sebagai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stimulus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pesan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persepsi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pengguna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sebagai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proses, dan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skor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CUQ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sebagai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respons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terukur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n-ID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E9AA4-95D5-4BC4-97CC-0B598211081A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466252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Konsep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utama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penelitian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terdiri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dari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chatbot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sebagai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media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komunikasi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gaya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bahasa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sebagai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strategi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pengemasan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pesan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Generasi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Z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sebagai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khalayak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sasaran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dan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usabilitas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sebagai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pengalaman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komunikasi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pengguna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Dengan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batasan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penelitian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tetap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berada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dalam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ranah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Ilmu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Komunikasi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bukan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penelitian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rekayasa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sistem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n-ID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E9AA4-95D5-4BC4-97CC-0B598211081A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27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4A1F6-A0F7-09E9-4884-55E3F272ED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4B5BB3-795F-B536-73CC-4953AD0388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9A365-59E3-C272-CF15-9673235AD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078A-D3B0-48A9-8A36-45FCA138D09D}" type="datetimeFigureOut">
              <a:rPr lang="en-ID" smtClean="0"/>
              <a:t>16/05/2026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F960C-4FD2-EAFA-BE61-561F79A21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4BA12-F349-E6DD-1075-2F86267FB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6CD6-991C-405A-A6E6-96A9B589BD0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61422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12252-29D6-923D-D30C-9697EDEB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A8043-722A-AF9A-EDF6-D125FA897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6B887-23F0-B13A-1139-1664A5DEF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078A-D3B0-48A9-8A36-45FCA138D09D}" type="datetimeFigureOut">
              <a:rPr lang="en-ID" smtClean="0"/>
              <a:t>16/05/2026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1C08B-12A6-0256-BA00-A1A77827F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8B830-99F8-816E-D387-67B02E3A0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6CD6-991C-405A-A6E6-96A9B589BD0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80901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B3E1C-7C48-162F-EFCC-9741A11A3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DF45E-7316-8363-B2F0-9E7FEC300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F3028-B356-8F31-6A90-0A3DA6AC6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078A-D3B0-48A9-8A36-45FCA138D09D}" type="datetimeFigureOut">
              <a:rPr lang="en-ID" smtClean="0"/>
              <a:t>16/05/2026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C2D16-82E9-46DE-0A58-07ED7F114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84398-86E6-D239-8241-E3FD3576E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6CD6-991C-405A-A6E6-96A9B589BD0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7137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EAA7E-638C-B0EB-FFC0-842A60C36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C9D47-1865-35B3-82F5-958DF34EE9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5B0DC6-6813-9278-85B0-C15A6EF54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ADEFD9-D974-A83F-6319-49D30E370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078A-D3B0-48A9-8A36-45FCA138D09D}" type="datetimeFigureOut">
              <a:rPr lang="en-ID" smtClean="0"/>
              <a:t>16/05/2026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0D33A7-A5B2-81D5-883E-BA2A3B2B3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6B5D8-C8E0-2658-B28E-A61668A79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6CD6-991C-405A-A6E6-96A9B589BD0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73518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9DF88-DF85-002B-7F8F-F570FA865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5164B-4023-1E00-B503-2B156F0EC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D4C577-B539-F274-B969-B94061E0D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8EB8B5-1694-B33D-CA73-D4859CD206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C891A2-2BAB-B2C5-0D79-1FB9E39CF7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6B45E0-3FBF-366B-E34C-6EC2453A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078A-D3B0-48A9-8A36-45FCA138D09D}" type="datetimeFigureOut">
              <a:rPr lang="en-ID" smtClean="0"/>
              <a:t>16/05/2026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31367F-ECD8-3FE8-A22F-73F60EAC4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4E635D-BF4F-79B1-3690-47E560435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6CD6-991C-405A-A6E6-96A9B589BD0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89440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FE987-FE6D-3C91-0ADC-7CFB73A2F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8F32C5-841B-B070-A81A-55EFB73C4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078A-D3B0-48A9-8A36-45FCA138D09D}" type="datetimeFigureOut">
              <a:rPr lang="en-ID" smtClean="0"/>
              <a:t>16/05/2026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C2090C-FC59-7F0E-EE31-98092DFCE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2B318A-11B1-77E8-A3EF-DAF01659E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6CD6-991C-405A-A6E6-96A9B589BD0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37841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A0558E-3CE5-8990-2545-81A608B90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078A-D3B0-48A9-8A36-45FCA138D09D}" type="datetimeFigureOut">
              <a:rPr lang="en-ID" smtClean="0"/>
              <a:t>16/05/2026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15411C-C5E6-B3DF-A524-234D589DA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FDA6A-1D13-FACB-96B6-5197368F1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6CD6-991C-405A-A6E6-96A9B589BD0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71745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03994-B02E-E4A4-06FB-B6C65FAE6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7AB35-5FAE-AF33-24BC-7A9E0747B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F8ED09-8BB2-F6E5-85A8-A379CE106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DDE459-F6DE-BF5C-69A2-AA788B541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078A-D3B0-48A9-8A36-45FCA138D09D}" type="datetimeFigureOut">
              <a:rPr lang="en-ID" smtClean="0"/>
              <a:t>16/05/2026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5C5B5E-2887-DADC-7FDB-52958B079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DCA46-3CAE-D37B-94DB-E8C12C776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6CD6-991C-405A-A6E6-96A9B589BD0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44367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E6EFE-9DB9-6AAB-76E8-D901B0E6E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24F2D6-19A4-C8D3-C5CA-45C88E2274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57DFE-DCFB-B155-31BA-4BF7FFF01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213FA7-1C67-093A-D93E-DB62B7F96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078A-D3B0-48A9-8A36-45FCA138D09D}" type="datetimeFigureOut">
              <a:rPr lang="en-ID" smtClean="0"/>
              <a:t>16/05/2026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B866D-AEE7-77A0-C239-C9634CB85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C0E97-D181-1990-20AD-8C9541C52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6CD6-991C-405A-A6E6-96A9B589BD0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64697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3F0C4-B4D2-B66C-C3C9-68DE939C3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9FBE8B-6EEB-532F-BC9F-6B5740E21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79CE5-2AA3-A28B-09D1-033801DD6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078A-D3B0-48A9-8A36-45FCA138D09D}" type="datetimeFigureOut">
              <a:rPr lang="en-ID" smtClean="0"/>
              <a:t>16/05/2026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EF721-4935-D7F3-3E0B-C14E19CD1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3C017-E7DE-58D9-99C7-95CDB4491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6CD6-991C-405A-A6E6-96A9B589BD0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9834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9DF465-6CE6-C242-35F3-D861830BD6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185ECF-CF98-4C2F-72BF-2BBCFFDF5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A84AD-9F27-13FB-63E7-2F8C93975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078A-D3B0-48A9-8A36-45FCA138D09D}" type="datetimeFigureOut">
              <a:rPr lang="en-ID" smtClean="0"/>
              <a:t>16/05/2026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966B8-2791-0FFA-F7AA-A9EC9E994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3EC01-A190-CE9C-A0DB-7AD0DAD1E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6CD6-991C-405A-A6E6-96A9B589BD0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64021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ECE75F-632B-BBAF-776B-1021FBB92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BDEE1-55A1-A08B-449F-47E35BDCA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7DB48-E587-964C-F8EE-3E172A9F2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23078A-D3B0-48A9-8A36-45FCA138D09D}" type="datetimeFigureOut">
              <a:rPr lang="en-ID" smtClean="0"/>
              <a:t>16/05/2026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0E275-50E3-C843-47BA-BCF8CDB78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154E7-06B1-E4C0-EB70-E50224C83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96CD6-991C-405A-A6E6-96A9B589BD0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12487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441B30-31DA-F403-6264-6B1EC048F8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Google Shape;477;p1">
            <a:extLst>
              <a:ext uri="{FF2B5EF4-FFF2-40B4-BE49-F238E27FC236}">
                <a16:creationId xmlns:a16="http://schemas.microsoft.com/office/drawing/2014/main" id="{5E1DC7C8-BE10-F274-3257-6422265E2811}"/>
              </a:ext>
            </a:extLst>
          </p:cNvPr>
          <p:cNvSpPr/>
          <p:nvPr/>
        </p:nvSpPr>
        <p:spPr>
          <a:xfrm flipH="1">
            <a:off x="6166706" y="162619"/>
            <a:ext cx="480697" cy="611027"/>
          </a:xfrm>
          <a:custGeom>
            <a:avLst/>
            <a:gdLst/>
            <a:ahLst/>
            <a:cxnLst/>
            <a:rect l="l" t="t" r="r" b="b"/>
            <a:pathLst>
              <a:path w="2221473" h="2823776" extrusionOk="0">
                <a:moveTo>
                  <a:pt x="361496" y="1070087"/>
                </a:moveTo>
                <a:lnTo>
                  <a:pt x="676002" y="1396296"/>
                </a:lnTo>
                <a:lnTo>
                  <a:pt x="821417" y="1221127"/>
                </a:lnTo>
                <a:lnTo>
                  <a:pt x="621149" y="1026182"/>
                </a:lnTo>
                <a:lnTo>
                  <a:pt x="778629" y="909320"/>
                </a:lnTo>
                <a:lnTo>
                  <a:pt x="1158331" y="1270000"/>
                </a:lnTo>
                <a:lnTo>
                  <a:pt x="686526" y="1724318"/>
                </a:lnTo>
                <a:lnTo>
                  <a:pt x="0" y="1075348"/>
                </a:lnTo>
                <a:lnTo>
                  <a:pt x="768531" y="280147"/>
                </a:lnTo>
                <a:lnTo>
                  <a:pt x="1860277" y="1378243"/>
                </a:lnTo>
                <a:cubicBezTo>
                  <a:pt x="1858977" y="1285321"/>
                  <a:pt x="1857676" y="1192400"/>
                  <a:pt x="1856376" y="1099478"/>
                </a:cubicBezTo>
                <a:lnTo>
                  <a:pt x="1284241" y="554355"/>
                </a:lnTo>
                <a:lnTo>
                  <a:pt x="1825233" y="0"/>
                </a:lnTo>
                <a:lnTo>
                  <a:pt x="2221473" y="320062"/>
                </a:lnTo>
                <a:lnTo>
                  <a:pt x="2217420" y="650262"/>
                </a:lnTo>
                <a:lnTo>
                  <a:pt x="2026920" y="820351"/>
                </a:lnTo>
                <a:lnTo>
                  <a:pt x="1751511" y="570342"/>
                </a:lnTo>
                <a:lnTo>
                  <a:pt x="1858827" y="440802"/>
                </a:lnTo>
                <a:lnTo>
                  <a:pt x="2025197" y="597012"/>
                </a:lnTo>
                <a:lnTo>
                  <a:pt x="2132512" y="503667"/>
                </a:lnTo>
                <a:lnTo>
                  <a:pt x="1837872" y="249667"/>
                </a:lnTo>
                <a:lnTo>
                  <a:pt x="1552122" y="569707"/>
                </a:lnTo>
                <a:lnTo>
                  <a:pt x="2071552" y="1052307"/>
                </a:lnTo>
                <a:cubicBezTo>
                  <a:pt x="2069859" y="1235187"/>
                  <a:pt x="2068165" y="1418067"/>
                  <a:pt x="2066472" y="1600947"/>
                </a:cubicBezTo>
                <a:lnTo>
                  <a:pt x="2213792" y="1738107"/>
                </a:lnTo>
                <a:cubicBezTo>
                  <a:pt x="2216060" y="1922106"/>
                  <a:pt x="2218327" y="2106104"/>
                  <a:pt x="2220595" y="2290103"/>
                </a:cubicBezTo>
                <a:lnTo>
                  <a:pt x="1877060" y="2292552"/>
                </a:lnTo>
                <a:lnTo>
                  <a:pt x="1347078" y="1760422"/>
                </a:lnTo>
                <a:lnTo>
                  <a:pt x="924168" y="2170654"/>
                </a:lnTo>
                <a:lnTo>
                  <a:pt x="1270906" y="2520539"/>
                </a:lnTo>
                <a:lnTo>
                  <a:pt x="1375681" y="2366576"/>
                </a:lnTo>
                <a:lnTo>
                  <a:pt x="1199877" y="2216716"/>
                </a:lnTo>
                <a:lnTo>
                  <a:pt x="1355271" y="2047987"/>
                </a:lnTo>
                <a:lnTo>
                  <a:pt x="1712595" y="2369116"/>
                </a:lnTo>
                <a:lnTo>
                  <a:pt x="1291046" y="2823776"/>
                </a:lnTo>
                <a:lnTo>
                  <a:pt x="579846" y="2140174"/>
                </a:lnTo>
                <a:lnTo>
                  <a:pt x="1327269" y="1428974"/>
                </a:lnTo>
                <a:lnTo>
                  <a:pt x="1952109" y="2058872"/>
                </a:lnTo>
                <a:lnTo>
                  <a:pt x="2200002" y="2063952"/>
                </a:lnTo>
                <a:lnTo>
                  <a:pt x="813162" y="647358"/>
                </a:lnTo>
                <a:lnTo>
                  <a:pt x="361496" y="1070087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B141AF-A405-2B2A-8E53-50BB685289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201" y="6165484"/>
            <a:ext cx="493505" cy="48579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143CA6D-F9D4-E5AA-DBD7-336E76EEF633}"/>
              </a:ext>
            </a:extLst>
          </p:cNvPr>
          <p:cNvGrpSpPr/>
          <p:nvPr/>
        </p:nvGrpSpPr>
        <p:grpSpPr>
          <a:xfrm>
            <a:off x="11202463" y="257216"/>
            <a:ext cx="937673" cy="400110"/>
            <a:chOff x="1724246" y="93022"/>
            <a:chExt cx="937673" cy="400110"/>
          </a:xfrm>
        </p:grpSpPr>
        <p:sp>
          <p:nvSpPr>
            <p:cNvPr id="8" name="Rounded Rectangle 118">
              <a:extLst>
                <a:ext uri="{FF2B5EF4-FFF2-40B4-BE49-F238E27FC236}">
                  <a16:creationId xmlns:a16="http://schemas.microsoft.com/office/drawing/2014/main" id="{3F9B0D47-426E-4909-1903-FEB8A7B1652C}"/>
                </a:ext>
              </a:extLst>
            </p:cNvPr>
            <p:cNvSpPr/>
            <p:nvPr/>
          </p:nvSpPr>
          <p:spPr>
            <a:xfrm rot="16200000">
              <a:off x="2019096" y="-175759"/>
              <a:ext cx="347973" cy="937672"/>
            </a:xfrm>
            <a:prstGeom prst="roundRect">
              <a:avLst>
                <a:gd name="adj" fmla="val 50000"/>
              </a:avLst>
            </a:prstGeom>
            <a:solidFill>
              <a:srgbClr val="FFC000">
                <a:alpha val="70000"/>
              </a:srgb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G" sz="1286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CC75159-D6B1-2AEF-CAD9-438E00523FD2}"/>
                </a:ext>
              </a:extLst>
            </p:cNvPr>
            <p:cNvSpPr txBox="1"/>
            <p:nvPr/>
          </p:nvSpPr>
          <p:spPr>
            <a:xfrm>
              <a:off x="1724246" y="93022"/>
              <a:ext cx="93767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3366"/>
                  </a:solidFill>
                  <a:latin typeface="Montserrat Black" panose="00000A00000000000000" pitchFamily="50" charset="0"/>
                  <a:ea typeface="Roboto Medium" panose="02000000000000000000" pitchFamily="2" charset="0"/>
                  <a:cs typeface="Poppins" panose="00000500000000000000" pitchFamily="2" charset="0"/>
                </a:rPr>
                <a:t>2026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137BA7B-4248-0868-AE1F-48EB24E1ABC8}"/>
              </a:ext>
            </a:extLst>
          </p:cNvPr>
          <p:cNvGrpSpPr/>
          <p:nvPr/>
        </p:nvGrpSpPr>
        <p:grpSpPr>
          <a:xfrm>
            <a:off x="6844401" y="2983855"/>
            <a:ext cx="1843549" cy="1858655"/>
            <a:chOff x="2154470" y="585173"/>
            <a:chExt cx="5641271" cy="5641271"/>
          </a:xfrm>
          <a:solidFill>
            <a:schemeClr val="bg1">
              <a:lumMod val="75000"/>
              <a:alpha val="60000"/>
            </a:schemeClr>
          </a:solidFill>
          <a:effectLst/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F4F02D8-D433-8BFC-6E19-646D93082BC4}"/>
                </a:ext>
              </a:extLst>
            </p:cNvPr>
            <p:cNvGrpSpPr/>
            <p:nvPr/>
          </p:nvGrpSpPr>
          <p:grpSpPr>
            <a:xfrm>
              <a:off x="2154470" y="585173"/>
              <a:ext cx="5641271" cy="5641271"/>
              <a:chOff x="3267320" y="598425"/>
              <a:chExt cx="5641271" cy="5641271"/>
            </a:xfrm>
            <a:grpFill/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BC6D6BEC-F409-E1E7-6911-C177B53114B6}"/>
                  </a:ext>
                </a:extLst>
              </p:cNvPr>
              <p:cNvGrpSpPr/>
              <p:nvPr/>
            </p:nvGrpSpPr>
            <p:grpSpPr>
              <a:xfrm>
                <a:off x="3267320" y="598425"/>
                <a:ext cx="5641271" cy="5641271"/>
                <a:chOff x="1224922" y="598425"/>
                <a:chExt cx="5641271" cy="5641271"/>
              </a:xfrm>
              <a:grpFill/>
            </p:grpSpPr>
            <p:sp>
              <p:nvSpPr>
                <p:cNvPr id="41" name="Rectangle 80">
                  <a:extLst>
                    <a:ext uri="{FF2B5EF4-FFF2-40B4-BE49-F238E27FC236}">
                      <a16:creationId xmlns:a16="http://schemas.microsoft.com/office/drawing/2014/main" id="{E949C195-3842-7570-FC2C-41867444C34F}"/>
                    </a:ext>
                  </a:extLst>
                </p:cNvPr>
                <p:cNvSpPr/>
                <p:nvPr/>
              </p:nvSpPr>
              <p:spPr>
                <a:xfrm rot="2700000">
                  <a:off x="3958590" y="59842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2" name="Rectangle 81">
                  <a:extLst>
                    <a:ext uri="{FF2B5EF4-FFF2-40B4-BE49-F238E27FC236}">
                      <a16:creationId xmlns:a16="http://schemas.microsoft.com/office/drawing/2014/main" id="{478A7ECD-6436-284F-DCD6-4BB8336660CD}"/>
                    </a:ext>
                  </a:extLst>
                </p:cNvPr>
                <p:cNvSpPr/>
                <p:nvPr/>
              </p:nvSpPr>
              <p:spPr>
                <a:xfrm rot="2700000">
                  <a:off x="3958590" y="606576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3" name="Rectangle 82">
                  <a:extLst>
                    <a:ext uri="{FF2B5EF4-FFF2-40B4-BE49-F238E27FC236}">
                      <a16:creationId xmlns:a16="http://schemas.microsoft.com/office/drawing/2014/main" id="{FC076244-21D8-408D-E8CC-20540169CEB5}"/>
                    </a:ext>
                  </a:extLst>
                </p:cNvPr>
                <p:cNvSpPr/>
                <p:nvPr/>
              </p:nvSpPr>
              <p:spPr>
                <a:xfrm rot="3600000">
                  <a:off x="4666115" y="69157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4" name="Rectangle 83">
                  <a:extLst>
                    <a:ext uri="{FF2B5EF4-FFF2-40B4-BE49-F238E27FC236}">
                      <a16:creationId xmlns:a16="http://schemas.microsoft.com/office/drawing/2014/main" id="{2EEFEB8E-3238-17BE-06AF-F0C93742CEE0}"/>
                    </a:ext>
                  </a:extLst>
                </p:cNvPr>
                <p:cNvSpPr/>
                <p:nvPr/>
              </p:nvSpPr>
              <p:spPr>
                <a:xfrm rot="3600000">
                  <a:off x="3251065" y="597261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5" name="Rectangle 84">
                  <a:extLst>
                    <a:ext uri="{FF2B5EF4-FFF2-40B4-BE49-F238E27FC236}">
                      <a16:creationId xmlns:a16="http://schemas.microsoft.com/office/drawing/2014/main" id="{00E2309B-E013-8969-0D25-33A664D50985}"/>
                    </a:ext>
                  </a:extLst>
                </p:cNvPr>
                <p:cNvSpPr/>
                <p:nvPr/>
              </p:nvSpPr>
              <p:spPr>
                <a:xfrm rot="4500000">
                  <a:off x="5325424" y="964667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6" name="Rectangle 85">
                  <a:extLst>
                    <a:ext uri="{FF2B5EF4-FFF2-40B4-BE49-F238E27FC236}">
                      <a16:creationId xmlns:a16="http://schemas.microsoft.com/office/drawing/2014/main" id="{206C291E-25E6-D981-3C80-76176D070AA4}"/>
                    </a:ext>
                  </a:extLst>
                </p:cNvPr>
                <p:cNvSpPr/>
                <p:nvPr/>
              </p:nvSpPr>
              <p:spPr>
                <a:xfrm rot="4500000">
                  <a:off x="2591756" y="5699520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7" name="Rectangle 86">
                  <a:extLst>
                    <a:ext uri="{FF2B5EF4-FFF2-40B4-BE49-F238E27FC236}">
                      <a16:creationId xmlns:a16="http://schemas.microsoft.com/office/drawing/2014/main" id="{57798009-EDA7-2507-9B0F-9520310D3A1B}"/>
                    </a:ext>
                  </a:extLst>
                </p:cNvPr>
                <p:cNvSpPr/>
                <p:nvPr/>
              </p:nvSpPr>
              <p:spPr>
                <a:xfrm rot="5400000">
                  <a:off x="5891586" y="139909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8" name="Rectangle 87">
                  <a:extLst>
                    <a:ext uri="{FF2B5EF4-FFF2-40B4-BE49-F238E27FC236}">
                      <a16:creationId xmlns:a16="http://schemas.microsoft.com/office/drawing/2014/main" id="{EE50BAB1-A268-7D51-A839-F813427616A6}"/>
                    </a:ext>
                  </a:extLst>
                </p:cNvPr>
                <p:cNvSpPr/>
                <p:nvPr/>
              </p:nvSpPr>
              <p:spPr>
                <a:xfrm rot="5400000">
                  <a:off x="2025594" y="526508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9" name="Rectangle 88">
                  <a:extLst>
                    <a:ext uri="{FF2B5EF4-FFF2-40B4-BE49-F238E27FC236}">
                      <a16:creationId xmlns:a16="http://schemas.microsoft.com/office/drawing/2014/main" id="{8EB107B4-DB26-ADDA-D9BE-FE2E5586741D}"/>
                    </a:ext>
                  </a:extLst>
                </p:cNvPr>
                <p:cNvSpPr/>
                <p:nvPr/>
              </p:nvSpPr>
              <p:spPr>
                <a:xfrm rot="6300000">
                  <a:off x="6326016" y="196525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0" name="Rectangle 89">
                  <a:extLst>
                    <a:ext uri="{FF2B5EF4-FFF2-40B4-BE49-F238E27FC236}">
                      <a16:creationId xmlns:a16="http://schemas.microsoft.com/office/drawing/2014/main" id="{7719ABF6-EB0E-5DEF-2AB7-0CDDAA48237A}"/>
                    </a:ext>
                  </a:extLst>
                </p:cNvPr>
                <p:cNvSpPr/>
                <p:nvPr/>
              </p:nvSpPr>
              <p:spPr>
                <a:xfrm rot="6300000">
                  <a:off x="1591164" y="469892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1" name="Rectangle 90">
                  <a:extLst>
                    <a:ext uri="{FF2B5EF4-FFF2-40B4-BE49-F238E27FC236}">
                      <a16:creationId xmlns:a16="http://schemas.microsoft.com/office/drawing/2014/main" id="{D994A572-5CC4-8AB5-3E96-6C798200C488}"/>
                    </a:ext>
                  </a:extLst>
                </p:cNvPr>
                <p:cNvSpPr/>
                <p:nvPr/>
              </p:nvSpPr>
              <p:spPr>
                <a:xfrm rot="7200000">
                  <a:off x="6599111" y="262456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2" name="Rectangle 91">
                  <a:extLst>
                    <a:ext uri="{FF2B5EF4-FFF2-40B4-BE49-F238E27FC236}">
                      <a16:creationId xmlns:a16="http://schemas.microsoft.com/office/drawing/2014/main" id="{1CC898C3-B085-BB13-DCB5-131472CF4665}"/>
                    </a:ext>
                  </a:extLst>
                </p:cNvPr>
                <p:cNvSpPr/>
                <p:nvPr/>
              </p:nvSpPr>
              <p:spPr>
                <a:xfrm rot="7200000">
                  <a:off x="1318069" y="403961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3" name="Rectangle 92">
                  <a:extLst>
                    <a:ext uri="{FF2B5EF4-FFF2-40B4-BE49-F238E27FC236}">
                      <a16:creationId xmlns:a16="http://schemas.microsoft.com/office/drawing/2014/main" id="{E632BAFE-B844-B28D-F654-30D78D3A66C1}"/>
                    </a:ext>
                  </a:extLst>
                </p:cNvPr>
                <p:cNvSpPr/>
                <p:nvPr/>
              </p:nvSpPr>
              <p:spPr>
                <a:xfrm rot="8100000">
                  <a:off x="6692259" y="3332094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4" name="Rectangle 93">
                  <a:extLst>
                    <a:ext uri="{FF2B5EF4-FFF2-40B4-BE49-F238E27FC236}">
                      <a16:creationId xmlns:a16="http://schemas.microsoft.com/office/drawing/2014/main" id="{94D02EA3-4EC8-8118-8032-67968876A6CD}"/>
                    </a:ext>
                  </a:extLst>
                </p:cNvPr>
                <p:cNvSpPr/>
                <p:nvPr/>
              </p:nvSpPr>
              <p:spPr>
                <a:xfrm rot="8100000">
                  <a:off x="1224922" y="3332094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5" name="Rectangle 94">
                  <a:extLst>
                    <a:ext uri="{FF2B5EF4-FFF2-40B4-BE49-F238E27FC236}">
                      <a16:creationId xmlns:a16="http://schemas.microsoft.com/office/drawing/2014/main" id="{3147AFC7-C7A4-A6B1-619D-C31A03782A38}"/>
                    </a:ext>
                  </a:extLst>
                </p:cNvPr>
                <p:cNvSpPr/>
                <p:nvPr/>
              </p:nvSpPr>
              <p:spPr>
                <a:xfrm rot="9000000">
                  <a:off x="6599111" y="403961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6" name="Rectangle 95">
                  <a:extLst>
                    <a:ext uri="{FF2B5EF4-FFF2-40B4-BE49-F238E27FC236}">
                      <a16:creationId xmlns:a16="http://schemas.microsoft.com/office/drawing/2014/main" id="{E24B2D20-FFB0-E596-81B2-2C6841FA7B0C}"/>
                    </a:ext>
                  </a:extLst>
                </p:cNvPr>
                <p:cNvSpPr/>
                <p:nvPr/>
              </p:nvSpPr>
              <p:spPr>
                <a:xfrm rot="9000000">
                  <a:off x="1318069" y="262456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7" name="Rectangle 96">
                  <a:extLst>
                    <a:ext uri="{FF2B5EF4-FFF2-40B4-BE49-F238E27FC236}">
                      <a16:creationId xmlns:a16="http://schemas.microsoft.com/office/drawing/2014/main" id="{F923BA10-BA00-D95A-8F7F-00991F6D3ED7}"/>
                    </a:ext>
                  </a:extLst>
                </p:cNvPr>
                <p:cNvSpPr/>
                <p:nvPr/>
              </p:nvSpPr>
              <p:spPr>
                <a:xfrm rot="9900000">
                  <a:off x="6326016" y="469892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8" name="Rectangle 97">
                  <a:extLst>
                    <a:ext uri="{FF2B5EF4-FFF2-40B4-BE49-F238E27FC236}">
                      <a16:creationId xmlns:a16="http://schemas.microsoft.com/office/drawing/2014/main" id="{DEC0FD59-0B52-C093-237B-3DC01D2BDF16}"/>
                    </a:ext>
                  </a:extLst>
                </p:cNvPr>
                <p:cNvSpPr/>
                <p:nvPr/>
              </p:nvSpPr>
              <p:spPr>
                <a:xfrm rot="9900000">
                  <a:off x="1591164" y="196525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9" name="Rectangle 98">
                  <a:extLst>
                    <a:ext uri="{FF2B5EF4-FFF2-40B4-BE49-F238E27FC236}">
                      <a16:creationId xmlns:a16="http://schemas.microsoft.com/office/drawing/2014/main" id="{45C6062F-5E6B-5410-FF1E-05CBC21934AE}"/>
                    </a:ext>
                  </a:extLst>
                </p:cNvPr>
                <p:cNvSpPr/>
                <p:nvPr/>
              </p:nvSpPr>
              <p:spPr>
                <a:xfrm rot="10800000">
                  <a:off x="5891586" y="526508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60" name="Rectangle 99">
                  <a:extLst>
                    <a:ext uri="{FF2B5EF4-FFF2-40B4-BE49-F238E27FC236}">
                      <a16:creationId xmlns:a16="http://schemas.microsoft.com/office/drawing/2014/main" id="{ABA845D4-1F11-F1A8-CCAF-EF05D68E307C}"/>
                    </a:ext>
                  </a:extLst>
                </p:cNvPr>
                <p:cNvSpPr/>
                <p:nvPr/>
              </p:nvSpPr>
              <p:spPr>
                <a:xfrm rot="10800000">
                  <a:off x="2025594" y="139909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61" name="Rectangle 100">
                  <a:extLst>
                    <a:ext uri="{FF2B5EF4-FFF2-40B4-BE49-F238E27FC236}">
                      <a16:creationId xmlns:a16="http://schemas.microsoft.com/office/drawing/2014/main" id="{9F14242B-B954-F158-82E0-CBEB4659C644}"/>
                    </a:ext>
                  </a:extLst>
                </p:cNvPr>
                <p:cNvSpPr/>
                <p:nvPr/>
              </p:nvSpPr>
              <p:spPr>
                <a:xfrm rot="11700000">
                  <a:off x="5325424" y="5699520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62" name="Rectangle 101">
                  <a:extLst>
                    <a:ext uri="{FF2B5EF4-FFF2-40B4-BE49-F238E27FC236}">
                      <a16:creationId xmlns:a16="http://schemas.microsoft.com/office/drawing/2014/main" id="{5D0D8611-7FB5-CB5D-8F44-E7710F6A7BBB}"/>
                    </a:ext>
                  </a:extLst>
                </p:cNvPr>
                <p:cNvSpPr/>
                <p:nvPr/>
              </p:nvSpPr>
              <p:spPr>
                <a:xfrm rot="11700000">
                  <a:off x="2591756" y="964667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63" name="Rectangle 102">
                  <a:extLst>
                    <a:ext uri="{FF2B5EF4-FFF2-40B4-BE49-F238E27FC236}">
                      <a16:creationId xmlns:a16="http://schemas.microsoft.com/office/drawing/2014/main" id="{F4D57E40-7F20-3413-F2C8-F0C477B520D4}"/>
                    </a:ext>
                  </a:extLst>
                </p:cNvPr>
                <p:cNvSpPr/>
                <p:nvPr/>
              </p:nvSpPr>
              <p:spPr>
                <a:xfrm rot="12600000">
                  <a:off x="4666115" y="597261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64" name="Rectangle 103">
                  <a:extLst>
                    <a:ext uri="{FF2B5EF4-FFF2-40B4-BE49-F238E27FC236}">
                      <a16:creationId xmlns:a16="http://schemas.microsoft.com/office/drawing/2014/main" id="{ACA69E11-6609-7C22-A0E6-CAB7585210F8}"/>
                    </a:ext>
                  </a:extLst>
                </p:cNvPr>
                <p:cNvSpPr/>
                <p:nvPr/>
              </p:nvSpPr>
              <p:spPr>
                <a:xfrm rot="12600000">
                  <a:off x="3251065" y="69157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C7B2FD19-5E89-1FEE-8EAB-6F5426F012FA}"/>
                  </a:ext>
                </a:extLst>
              </p:cNvPr>
              <p:cNvGrpSpPr/>
              <p:nvPr/>
            </p:nvGrpSpPr>
            <p:grpSpPr>
              <a:xfrm>
                <a:off x="3328637" y="659745"/>
                <a:ext cx="5518640" cy="5518638"/>
                <a:chOff x="3477279" y="808386"/>
                <a:chExt cx="5221355" cy="5221355"/>
              </a:xfrm>
              <a:grpFill/>
            </p:grpSpPr>
            <p:sp>
              <p:nvSpPr>
                <p:cNvPr id="17" name="Freeform: Shape 267">
                  <a:extLst>
                    <a:ext uri="{FF2B5EF4-FFF2-40B4-BE49-F238E27FC236}">
                      <a16:creationId xmlns:a16="http://schemas.microsoft.com/office/drawing/2014/main" id="{DE7A48E8-1905-55D9-22DA-1CD338671BCF}"/>
                    </a:ext>
                  </a:extLst>
                </p:cNvPr>
                <p:cNvSpPr/>
                <p:nvPr/>
              </p:nvSpPr>
              <p:spPr>
                <a:xfrm>
                  <a:off x="6065098" y="808386"/>
                  <a:ext cx="45718" cy="353859"/>
                </a:xfrm>
                <a:custGeom>
                  <a:avLst/>
                  <a:gdLst>
                    <a:gd name="connsiteX0" fmla="*/ 0 w 45718"/>
                    <a:gd name="connsiteY0" fmla="*/ 0 h 353859"/>
                    <a:gd name="connsiteX1" fmla="*/ 45718 w 45718"/>
                    <a:gd name="connsiteY1" fmla="*/ 0 h 353859"/>
                    <a:gd name="connsiteX2" fmla="*/ 45718 w 45718"/>
                    <a:gd name="connsiteY2" fmla="*/ 353576 h 353859"/>
                    <a:gd name="connsiteX3" fmla="*/ 25658 w 45718"/>
                    <a:gd name="connsiteY3" fmla="*/ 352563 h 353859"/>
                    <a:gd name="connsiteX4" fmla="*/ 0 w 45718"/>
                    <a:gd name="connsiteY4" fmla="*/ 353859 h 353859"/>
                    <a:gd name="connsiteX5" fmla="*/ 0 w 45718"/>
                    <a:gd name="connsiteY5" fmla="*/ 0 h 353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8" h="353859">
                      <a:moveTo>
                        <a:pt x="0" y="0"/>
                      </a:moveTo>
                      <a:lnTo>
                        <a:pt x="45718" y="0"/>
                      </a:lnTo>
                      <a:lnTo>
                        <a:pt x="45718" y="353576"/>
                      </a:lnTo>
                      <a:lnTo>
                        <a:pt x="25658" y="352563"/>
                      </a:lnTo>
                      <a:lnTo>
                        <a:pt x="0" y="35385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Freeform: Shape 268">
                  <a:extLst>
                    <a:ext uri="{FF2B5EF4-FFF2-40B4-BE49-F238E27FC236}">
                      <a16:creationId xmlns:a16="http://schemas.microsoft.com/office/drawing/2014/main" id="{5AAEC36F-0471-B3E6-EACA-7976140D9522}"/>
                    </a:ext>
                  </a:extLst>
                </p:cNvPr>
                <p:cNvSpPr/>
                <p:nvPr/>
              </p:nvSpPr>
              <p:spPr>
                <a:xfrm>
                  <a:off x="5390183" y="891424"/>
                  <a:ext cx="136202" cy="354886"/>
                </a:xfrm>
                <a:custGeom>
                  <a:avLst/>
                  <a:gdLst>
                    <a:gd name="connsiteX0" fmla="*/ 44161 w 136202"/>
                    <a:gd name="connsiteY0" fmla="*/ 0 h 354886"/>
                    <a:gd name="connsiteX1" fmla="*/ 136202 w 136202"/>
                    <a:gd name="connsiteY1" fmla="*/ 343500 h 354886"/>
                    <a:gd name="connsiteX2" fmla="*/ 91921 w 136202"/>
                    <a:gd name="connsiteY2" fmla="*/ 354886 h 354886"/>
                    <a:gd name="connsiteX3" fmla="*/ 0 w 136202"/>
                    <a:gd name="connsiteY3" fmla="*/ 11833 h 354886"/>
                    <a:gd name="connsiteX4" fmla="*/ 44161 w 136202"/>
                    <a:gd name="connsiteY4" fmla="*/ 0 h 354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6">
                      <a:moveTo>
                        <a:pt x="44161" y="0"/>
                      </a:moveTo>
                      <a:lnTo>
                        <a:pt x="136202" y="343500"/>
                      </a:lnTo>
                      <a:lnTo>
                        <a:pt x="91921" y="354886"/>
                      </a:lnTo>
                      <a:lnTo>
                        <a:pt x="0" y="11833"/>
                      </a:lnTo>
                      <a:lnTo>
                        <a:pt x="441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Freeform: Shape 269">
                  <a:extLst>
                    <a:ext uri="{FF2B5EF4-FFF2-40B4-BE49-F238E27FC236}">
                      <a16:creationId xmlns:a16="http://schemas.microsoft.com/office/drawing/2014/main" id="{59FCC51B-0DFA-48D6-4BE8-D3AB93E53221}"/>
                    </a:ext>
                  </a:extLst>
                </p:cNvPr>
                <p:cNvSpPr/>
                <p:nvPr/>
              </p:nvSpPr>
              <p:spPr>
                <a:xfrm>
                  <a:off x="6649891" y="891425"/>
                  <a:ext cx="135841" cy="353538"/>
                </a:xfrm>
                <a:custGeom>
                  <a:avLst/>
                  <a:gdLst>
                    <a:gd name="connsiteX0" fmla="*/ 91679 w 135841"/>
                    <a:gd name="connsiteY0" fmla="*/ 0 h 353538"/>
                    <a:gd name="connsiteX1" fmla="*/ 135841 w 135841"/>
                    <a:gd name="connsiteY1" fmla="*/ 11833 h 353538"/>
                    <a:gd name="connsiteX2" fmla="*/ 44281 w 135841"/>
                    <a:gd name="connsiteY2" fmla="*/ 353538 h 353538"/>
                    <a:gd name="connsiteX3" fmla="*/ 0 w 135841"/>
                    <a:gd name="connsiteY3" fmla="*/ 342153 h 353538"/>
                    <a:gd name="connsiteX4" fmla="*/ 91679 w 135841"/>
                    <a:gd name="connsiteY4" fmla="*/ 0 h 3535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1" h="353538">
                      <a:moveTo>
                        <a:pt x="91679" y="0"/>
                      </a:moveTo>
                      <a:lnTo>
                        <a:pt x="135841" y="11833"/>
                      </a:lnTo>
                      <a:lnTo>
                        <a:pt x="44281" y="353538"/>
                      </a:lnTo>
                      <a:lnTo>
                        <a:pt x="0" y="342153"/>
                      </a:lnTo>
                      <a:lnTo>
                        <a:pt x="9167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Freeform: Shape 270">
                  <a:extLst>
                    <a:ext uri="{FF2B5EF4-FFF2-40B4-BE49-F238E27FC236}">
                      <a16:creationId xmlns:a16="http://schemas.microsoft.com/office/drawing/2014/main" id="{72A7D247-6B03-06C3-41CD-CD76538D2AFB}"/>
                    </a:ext>
                  </a:extLst>
                </p:cNvPr>
                <p:cNvSpPr/>
                <p:nvPr/>
              </p:nvSpPr>
              <p:spPr>
                <a:xfrm>
                  <a:off x="4762821" y="1146720"/>
                  <a:ext cx="217217" cy="331395"/>
                </a:xfrm>
                <a:custGeom>
                  <a:avLst/>
                  <a:gdLst>
                    <a:gd name="connsiteX0" fmla="*/ 39595 w 217217"/>
                    <a:gd name="connsiteY0" fmla="*/ 0 h 331395"/>
                    <a:gd name="connsiteX1" fmla="*/ 217217 w 217217"/>
                    <a:gd name="connsiteY1" fmla="*/ 307651 h 331395"/>
                    <a:gd name="connsiteX2" fmla="*/ 178133 w 217217"/>
                    <a:gd name="connsiteY2" fmla="*/ 331395 h 331395"/>
                    <a:gd name="connsiteX3" fmla="*/ 0 w 217217"/>
                    <a:gd name="connsiteY3" fmla="*/ 22860 h 331395"/>
                    <a:gd name="connsiteX4" fmla="*/ 39595 w 217217"/>
                    <a:gd name="connsiteY4" fmla="*/ 0 h 331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5">
                      <a:moveTo>
                        <a:pt x="39595" y="0"/>
                      </a:moveTo>
                      <a:lnTo>
                        <a:pt x="217217" y="307651"/>
                      </a:lnTo>
                      <a:lnTo>
                        <a:pt x="178133" y="331395"/>
                      </a:lnTo>
                      <a:lnTo>
                        <a:pt x="0" y="22860"/>
                      </a:lnTo>
                      <a:lnTo>
                        <a:pt x="3959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Freeform: Shape 271">
                  <a:extLst>
                    <a:ext uri="{FF2B5EF4-FFF2-40B4-BE49-F238E27FC236}">
                      <a16:creationId xmlns:a16="http://schemas.microsoft.com/office/drawing/2014/main" id="{327572DA-9C78-25B4-A108-CF79152D5FFE}"/>
                    </a:ext>
                  </a:extLst>
                </p:cNvPr>
                <p:cNvSpPr/>
                <p:nvPr/>
              </p:nvSpPr>
              <p:spPr>
                <a:xfrm>
                  <a:off x="7197332" y="1146719"/>
                  <a:ext cx="215761" cy="328876"/>
                </a:xfrm>
                <a:custGeom>
                  <a:avLst/>
                  <a:gdLst>
                    <a:gd name="connsiteX0" fmla="*/ 176169 w 215761"/>
                    <a:gd name="connsiteY0" fmla="*/ 0 h 328876"/>
                    <a:gd name="connsiteX1" fmla="*/ 215761 w 215761"/>
                    <a:gd name="connsiteY1" fmla="*/ 22859 h 328876"/>
                    <a:gd name="connsiteX2" fmla="*/ 39082 w 215761"/>
                    <a:gd name="connsiteY2" fmla="*/ 328876 h 328876"/>
                    <a:gd name="connsiteX3" fmla="*/ 0 w 215761"/>
                    <a:gd name="connsiteY3" fmla="*/ 305133 h 328876"/>
                    <a:gd name="connsiteX4" fmla="*/ 176169 w 215761"/>
                    <a:gd name="connsiteY4" fmla="*/ 0 h 3288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1" h="328876">
                      <a:moveTo>
                        <a:pt x="176169" y="0"/>
                      </a:moveTo>
                      <a:lnTo>
                        <a:pt x="215761" y="22859"/>
                      </a:lnTo>
                      <a:lnTo>
                        <a:pt x="39082" y="328876"/>
                      </a:lnTo>
                      <a:lnTo>
                        <a:pt x="0" y="305133"/>
                      </a:lnTo>
                      <a:lnTo>
                        <a:pt x="17616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Freeform: Shape 272">
                  <a:extLst>
                    <a:ext uri="{FF2B5EF4-FFF2-40B4-BE49-F238E27FC236}">
                      <a16:creationId xmlns:a16="http://schemas.microsoft.com/office/drawing/2014/main" id="{FE8B182D-26B3-6F31-7F09-BA9BC20F5C94}"/>
                    </a:ext>
                  </a:extLst>
                </p:cNvPr>
                <p:cNvSpPr/>
                <p:nvPr/>
              </p:nvSpPr>
              <p:spPr>
                <a:xfrm>
                  <a:off x="4225764" y="1556870"/>
                  <a:ext cx="283734" cy="283868"/>
                </a:xfrm>
                <a:custGeom>
                  <a:avLst/>
                  <a:gdLst>
                    <a:gd name="connsiteX0" fmla="*/ 32328 w 283734"/>
                    <a:gd name="connsiteY0" fmla="*/ 0 h 283868"/>
                    <a:gd name="connsiteX1" fmla="*/ 283734 w 283734"/>
                    <a:gd name="connsiteY1" fmla="*/ 251406 h 283868"/>
                    <a:gd name="connsiteX2" fmla="*/ 268266 w 283734"/>
                    <a:gd name="connsiteY2" fmla="*/ 265464 h 283868"/>
                    <a:gd name="connsiteX3" fmla="*/ 251540 w 283734"/>
                    <a:gd name="connsiteY3" fmla="*/ 283868 h 283868"/>
                    <a:gd name="connsiteX4" fmla="*/ 0 w 283734"/>
                    <a:gd name="connsiteY4" fmla="*/ 32328 h 283868"/>
                    <a:gd name="connsiteX5" fmla="*/ 32328 w 283734"/>
                    <a:gd name="connsiteY5" fmla="*/ 0 h 283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4" h="283868">
                      <a:moveTo>
                        <a:pt x="32328" y="0"/>
                      </a:moveTo>
                      <a:lnTo>
                        <a:pt x="283734" y="251406"/>
                      </a:lnTo>
                      <a:lnTo>
                        <a:pt x="268266" y="265464"/>
                      </a:lnTo>
                      <a:lnTo>
                        <a:pt x="251540" y="283868"/>
                      </a:lnTo>
                      <a:lnTo>
                        <a:pt x="0" y="32328"/>
                      </a:lnTo>
                      <a:lnTo>
                        <a:pt x="3232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Freeform: Shape 273">
                  <a:extLst>
                    <a:ext uri="{FF2B5EF4-FFF2-40B4-BE49-F238E27FC236}">
                      <a16:creationId xmlns:a16="http://schemas.microsoft.com/office/drawing/2014/main" id="{C0D5338C-D2CB-9E72-DC40-AA7E862FFD5D}"/>
                    </a:ext>
                  </a:extLst>
                </p:cNvPr>
                <p:cNvSpPr/>
                <p:nvPr/>
              </p:nvSpPr>
              <p:spPr>
                <a:xfrm>
                  <a:off x="7669082" y="1556870"/>
                  <a:ext cx="281068" cy="280936"/>
                </a:xfrm>
                <a:custGeom>
                  <a:avLst/>
                  <a:gdLst>
                    <a:gd name="connsiteX0" fmla="*/ 248740 w 281068"/>
                    <a:gd name="connsiteY0" fmla="*/ 0 h 280936"/>
                    <a:gd name="connsiteX1" fmla="*/ 281068 w 281068"/>
                    <a:gd name="connsiteY1" fmla="*/ 32329 h 280936"/>
                    <a:gd name="connsiteX2" fmla="*/ 32462 w 281068"/>
                    <a:gd name="connsiteY2" fmla="*/ 280936 h 280936"/>
                    <a:gd name="connsiteX3" fmla="*/ 18400 w 281068"/>
                    <a:gd name="connsiteY3" fmla="*/ 265464 h 280936"/>
                    <a:gd name="connsiteX4" fmla="*/ 0 w 281068"/>
                    <a:gd name="connsiteY4" fmla="*/ 248741 h 280936"/>
                    <a:gd name="connsiteX5" fmla="*/ 248740 w 281068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68" h="280936">
                      <a:moveTo>
                        <a:pt x="248740" y="0"/>
                      </a:moveTo>
                      <a:lnTo>
                        <a:pt x="281068" y="32329"/>
                      </a:lnTo>
                      <a:lnTo>
                        <a:pt x="32462" y="280936"/>
                      </a:lnTo>
                      <a:lnTo>
                        <a:pt x="18400" y="265464"/>
                      </a:lnTo>
                      <a:lnTo>
                        <a:pt x="0" y="248741"/>
                      </a:lnTo>
                      <a:lnTo>
                        <a:pt x="24874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Freeform: Shape 274">
                  <a:extLst>
                    <a:ext uri="{FF2B5EF4-FFF2-40B4-BE49-F238E27FC236}">
                      <a16:creationId xmlns:a16="http://schemas.microsoft.com/office/drawing/2014/main" id="{B32AB4D8-4304-5DE3-4EE1-0BF16EFFEB6E}"/>
                    </a:ext>
                  </a:extLst>
                </p:cNvPr>
                <p:cNvSpPr/>
                <p:nvPr/>
              </p:nvSpPr>
              <p:spPr>
                <a:xfrm>
                  <a:off x="3815614" y="2093927"/>
                  <a:ext cx="332209" cy="217687"/>
                </a:xfrm>
                <a:custGeom>
                  <a:avLst/>
                  <a:gdLst>
                    <a:gd name="connsiteX0" fmla="*/ 22860 w 332209"/>
                    <a:gd name="connsiteY0" fmla="*/ 0 h 217687"/>
                    <a:gd name="connsiteX1" fmla="*/ 332209 w 332209"/>
                    <a:gd name="connsiteY1" fmla="*/ 178603 h 217687"/>
                    <a:gd name="connsiteX2" fmla="*/ 308465 w 332209"/>
                    <a:gd name="connsiteY2" fmla="*/ 217687 h 217687"/>
                    <a:gd name="connsiteX3" fmla="*/ 0 w 332209"/>
                    <a:gd name="connsiteY3" fmla="*/ 39594 h 217687"/>
                    <a:gd name="connsiteX4" fmla="*/ 22860 w 332209"/>
                    <a:gd name="connsiteY4" fmla="*/ 0 h 2176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09" h="217687">
                      <a:moveTo>
                        <a:pt x="22860" y="0"/>
                      </a:moveTo>
                      <a:lnTo>
                        <a:pt x="332209" y="178603"/>
                      </a:lnTo>
                      <a:lnTo>
                        <a:pt x="308465" y="217687"/>
                      </a:lnTo>
                      <a:lnTo>
                        <a:pt x="0" y="39594"/>
                      </a:lnTo>
                      <a:lnTo>
                        <a:pt x="2286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Freeform: Shape 275">
                  <a:extLst>
                    <a:ext uri="{FF2B5EF4-FFF2-40B4-BE49-F238E27FC236}">
                      <a16:creationId xmlns:a16="http://schemas.microsoft.com/office/drawing/2014/main" id="{B050065F-3C8E-720B-4CDE-EDE65261A099}"/>
                    </a:ext>
                  </a:extLst>
                </p:cNvPr>
                <p:cNvSpPr/>
                <p:nvPr/>
              </p:nvSpPr>
              <p:spPr>
                <a:xfrm>
                  <a:off x="8032238" y="2093927"/>
                  <a:ext cx="328063" cy="215292"/>
                </a:xfrm>
                <a:custGeom>
                  <a:avLst/>
                  <a:gdLst>
                    <a:gd name="connsiteX0" fmla="*/ 305203 w 328063"/>
                    <a:gd name="connsiteY0" fmla="*/ 0 h 215292"/>
                    <a:gd name="connsiteX1" fmla="*/ 328063 w 328063"/>
                    <a:gd name="connsiteY1" fmla="*/ 39593 h 215292"/>
                    <a:gd name="connsiteX2" fmla="*/ 23743 w 328063"/>
                    <a:gd name="connsiteY2" fmla="*/ 215292 h 215292"/>
                    <a:gd name="connsiteX3" fmla="*/ 0 w 328063"/>
                    <a:gd name="connsiteY3" fmla="*/ 176209 h 215292"/>
                    <a:gd name="connsiteX4" fmla="*/ 305203 w 328063"/>
                    <a:gd name="connsiteY4" fmla="*/ 0 h 215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3" h="215292">
                      <a:moveTo>
                        <a:pt x="305203" y="0"/>
                      </a:moveTo>
                      <a:lnTo>
                        <a:pt x="328063" y="39593"/>
                      </a:lnTo>
                      <a:lnTo>
                        <a:pt x="23743" y="215292"/>
                      </a:lnTo>
                      <a:lnTo>
                        <a:pt x="0" y="176209"/>
                      </a:lnTo>
                      <a:lnTo>
                        <a:pt x="30520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Freeform: Shape 276">
                  <a:extLst>
                    <a:ext uri="{FF2B5EF4-FFF2-40B4-BE49-F238E27FC236}">
                      <a16:creationId xmlns:a16="http://schemas.microsoft.com/office/drawing/2014/main" id="{0F0599F7-46DC-C7B2-ED64-211EFAFD26D3}"/>
                    </a:ext>
                  </a:extLst>
                </p:cNvPr>
                <p:cNvSpPr/>
                <p:nvPr/>
              </p:nvSpPr>
              <p:spPr>
                <a:xfrm>
                  <a:off x="3560320" y="2721289"/>
                  <a:ext cx="356833" cy="136723"/>
                </a:xfrm>
                <a:custGeom>
                  <a:avLst/>
                  <a:gdLst>
                    <a:gd name="connsiteX0" fmla="*/ 11833 w 356833"/>
                    <a:gd name="connsiteY0" fmla="*/ 0 h 136723"/>
                    <a:gd name="connsiteX1" fmla="*/ 356833 w 356833"/>
                    <a:gd name="connsiteY1" fmla="*/ 92443 h 136723"/>
                    <a:gd name="connsiteX2" fmla="*/ 345447 w 356833"/>
                    <a:gd name="connsiteY2" fmla="*/ 136723 h 136723"/>
                    <a:gd name="connsiteX3" fmla="*/ 0 w 356833"/>
                    <a:gd name="connsiteY3" fmla="*/ 44161 h 136723"/>
                    <a:gd name="connsiteX4" fmla="*/ 11833 w 356833"/>
                    <a:gd name="connsiteY4" fmla="*/ 0 h 136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3" h="136723">
                      <a:moveTo>
                        <a:pt x="11833" y="0"/>
                      </a:moveTo>
                      <a:lnTo>
                        <a:pt x="356833" y="92443"/>
                      </a:lnTo>
                      <a:lnTo>
                        <a:pt x="345447" y="136723"/>
                      </a:lnTo>
                      <a:lnTo>
                        <a:pt x="0" y="44161"/>
                      </a:lnTo>
                      <a:lnTo>
                        <a:pt x="1183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Freeform: Shape 277">
                  <a:extLst>
                    <a:ext uri="{FF2B5EF4-FFF2-40B4-BE49-F238E27FC236}">
                      <a16:creationId xmlns:a16="http://schemas.microsoft.com/office/drawing/2014/main" id="{A92789C4-5C30-7C3E-EF7B-684CF63F6F5C}"/>
                    </a:ext>
                  </a:extLst>
                </p:cNvPr>
                <p:cNvSpPr/>
                <p:nvPr/>
              </p:nvSpPr>
              <p:spPr>
                <a:xfrm>
                  <a:off x="8264000" y="2721289"/>
                  <a:ext cx="351595" cy="135321"/>
                </a:xfrm>
                <a:custGeom>
                  <a:avLst/>
                  <a:gdLst>
                    <a:gd name="connsiteX0" fmla="*/ 339761 w 351595"/>
                    <a:gd name="connsiteY0" fmla="*/ 0 h 135321"/>
                    <a:gd name="connsiteX1" fmla="*/ 351595 w 351595"/>
                    <a:gd name="connsiteY1" fmla="*/ 44162 h 135321"/>
                    <a:gd name="connsiteX2" fmla="*/ 11386 w 351595"/>
                    <a:gd name="connsiteY2" fmla="*/ 135321 h 135321"/>
                    <a:gd name="connsiteX3" fmla="*/ 0 w 351595"/>
                    <a:gd name="connsiteY3" fmla="*/ 91039 h 135321"/>
                    <a:gd name="connsiteX4" fmla="*/ 339761 w 351595"/>
                    <a:gd name="connsiteY4" fmla="*/ 0 h 135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1">
                      <a:moveTo>
                        <a:pt x="339761" y="0"/>
                      </a:moveTo>
                      <a:lnTo>
                        <a:pt x="351595" y="44162"/>
                      </a:lnTo>
                      <a:lnTo>
                        <a:pt x="11386" y="135321"/>
                      </a:lnTo>
                      <a:lnTo>
                        <a:pt x="0" y="91039"/>
                      </a:lnTo>
                      <a:lnTo>
                        <a:pt x="3397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Freeform: Shape 278">
                  <a:extLst>
                    <a:ext uri="{FF2B5EF4-FFF2-40B4-BE49-F238E27FC236}">
                      <a16:creationId xmlns:a16="http://schemas.microsoft.com/office/drawing/2014/main" id="{A94A1417-27A6-DC04-57C5-FE82FB3074E3}"/>
                    </a:ext>
                  </a:extLst>
                </p:cNvPr>
                <p:cNvSpPr/>
                <p:nvPr/>
              </p:nvSpPr>
              <p:spPr>
                <a:xfrm>
                  <a:off x="3477279" y="3396204"/>
                  <a:ext cx="356521" cy="45719"/>
                </a:xfrm>
                <a:custGeom>
                  <a:avLst/>
                  <a:gdLst>
                    <a:gd name="connsiteX0" fmla="*/ 356520 w 356521"/>
                    <a:gd name="connsiteY0" fmla="*/ 0 h 45719"/>
                    <a:gd name="connsiteX1" fmla="*/ 355366 w 356521"/>
                    <a:gd name="connsiteY1" fmla="*/ 22857 h 45719"/>
                    <a:gd name="connsiteX2" fmla="*/ 356521 w 356521"/>
                    <a:gd name="connsiteY2" fmla="*/ 45719 h 45719"/>
                    <a:gd name="connsiteX3" fmla="*/ 1 w 356521"/>
                    <a:gd name="connsiteY3" fmla="*/ 45719 h 45719"/>
                    <a:gd name="connsiteX4" fmla="*/ 0 w 356521"/>
                    <a:gd name="connsiteY4" fmla="*/ 0 h 45719"/>
                    <a:gd name="connsiteX5" fmla="*/ 356520 w 356521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6521" h="45719">
                      <a:moveTo>
                        <a:pt x="356520" y="0"/>
                      </a:moveTo>
                      <a:lnTo>
                        <a:pt x="355366" y="22857"/>
                      </a:lnTo>
                      <a:lnTo>
                        <a:pt x="356521" y="45719"/>
                      </a:lnTo>
                      <a:lnTo>
                        <a:pt x="1" y="45719"/>
                      </a:lnTo>
                      <a:lnTo>
                        <a:pt x="0" y="0"/>
                      </a:lnTo>
                      <a:lnTo>
                        <a:pt x="35652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" name="Freeform: Shape 279">
                  <a:extLst>
                    <a:ext uri="{FF2B5EF4-FFF2-40B4-BE49-F238E27FC236}">
                      <a16:creationId xmlns:a16="http://schemas.microsoft.com/office/drawing/2014/main" id="{50DB199E-FD34-A95C-38DD-963731D860B3}"/>
                    </a:ext>
                  </a:extLst>
                </p:cNvPr>
                <p:cNvSpPr/>
                <p:nvPr/>
              </p:nvSpPr>
              <p:spPr>
                <a:xfrm>
                  <a:off x="8347714" y="3396204"/>
                  <a:ext cx="350920" cy="45719"/>
                </a:xfrm>
                <a:custGeom>
                  <a:avLst/>
                  <a:gdLst>
                    <a:gd name="connsiteX0" fmla="*/ 0 w 350920"/>
                    <a:gd name="connsiteY0" fmla="*/ 0 h 45719"/>
                    <a:gd name="connsiteX1" fmla="*/ 350920 w 350920"/>
                    <a:gd name="connsiteY1" fmla="*/ 0 h 45719"/>
                    <a:gd name="connsiteX2" fmla="*/ 350920 w 350920"/>
                    <a:gd name="connsiteY2" fmla="*/ 45719 h 45719"/>
                    <a:gd name="connsiteX3" fmla="*/ 0 w 350920"/>
                    <a:gd name="connsiteY3" fmla="*/ 45719 h 45719"/>
                    <a:gd name="connsiteX4" fmla="*/ 1154 w 350920"/>
                    <a:gd name="connsiteY4" fmla="*/ 22857 h 45719"/>
                    <a:gd name="connsiteX5" fmla="*/ 0 w 350920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0920" h="45719">
                      <a:moveTo>
                        <a:pt x="0" y="0"/>
                      </a:moveTo>
                      <a:lnTo>
                        <a:pt x="350920" y="0"/>
                      </a:lnTo>
                      <a:lnTo>
                        <a:pt x="350920" y="45719"/>
                      </a:lnTo>
                      <a:lnTo>
                        <a:pt x="0" y="45719"/>
                      </a:lnTo>
                      <a:lnTo>
                        <a:pt x="1154" y="2285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" name="Freeform: Shape 280">
                  <a:extLst>
                    <a:ext uri="{FF2B5EF4-FFF2-40B4-BE49-F238E27FC236}">
                      <a16:creationId xmlns:a16="http://schemas.microsoft.com/office/drawing/2014/main" id="{81EAC83A-1F0F-6C30-A76E-FD879E90882A}"/>
                    </a:ext>
                  </a:extLst>
                </p:cNvPr>
                <p:cNvSpPr/>
                <p:nvPr/>
              </p:nvSpPr>
              <p:spPr>
                <a:xfrm>
                  <a:off x="3560319" y="3980112"/>
                  <a:ext cx="356835" cy="136724"/>
                </a:xfrm>
                <a:custGeom>
                  <a:avLst/>
                  <a:gdLst>
                    <a:gd name="connsiteX0" fmla="*/ 345449 w 356835"/>
                    <a:gd name="connsiteY0" fmla="*/ 0 h 136724"/>
                    <a:gd name="connsiteX1" fmla="*/ 356835 w 356835"/>
                    <a:gd name="connsiteY1" fmla="*/ 44281 h 136724"/>
                    <a:gd name="connsiteX2" fmla="*/ 11833 w 356835"/>
                    <a:gd name="connsiteY2" fmla="*/ 136724 h 136724"/>
                    <a:gd name="connsiteX3" fmla="*/ 0 w 356835"/>
                    <a:gd name="connsiteY3" fmla="*/ 92563 h 136724"/>
                    <a:gd name="connsiteX4" fmla="*/ 345449 w 356835"/>
                    <a:gd name="connsiteY4" fmla="*/ 0 h 136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5" h="136724">
                      <a:moveTo>
                        <a:pt x="345449" y="0"/>
                      </a:moveTo>
                      <a:lnTo>
                        <a:pt x="356835" y="44281"/>
                      </a:lnTo>
                      <a:lnTo>
                        <a:pt x="11833" y="136724"/>
                      </a:lnTo>
                      <a:lnTo>
                        <a:pt x="0" y="92563"/>
                      </a:lnTo>
                      <a:lnTo>
                        <a:pt x="34544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" name="Freeform: Shape 281">
                  <a:extLst>
                    <a:ext uri="{FF2B5EF4-FFF2-40B4-BE49-F238E27FC236}">
                      <a16:creationId xmlns:a16="http://schemas.microsoft.com/office/drawing/2014/main" id="{0442E56C-325A-1377-49C2-53151C89DCCA}"/>
                    </a:ext>
                  </a:extLst>
                </p:cNvPr>
                <p:cNvSpPr/>
                <p:nvPr/>
              </p:nvSpPr>
              <p:spPr>
                <a:xfrm>
                  <a:off x="8264000" y="3981516"/>
                  <a:ext cx="351595" cy="135320"/>
                </a:xfrm>
                <a:custGeom>
                  <a:avLst/>
                  <a:gdLst>
                    <a:gd name="connsiteX0" fmla="*/ 11385 w 351595"/>
                    <a:gd name="connsiteY0" fmla="*/ 0 h 135320"/>
                    <a:gd name="connsiteX1" fmla="*/ 351595 w 351595"/>
                    <a:gd name="connsiteY1" fmla="*/ 91159 h 135320"/>
                    <a:gd name="connsiteX2" fmla="*/ 339762 w 351595"/>
                    <a:gd name="connsiteY2" fmla="*/ 135320 h 135320"/>
                    <a:gd name="connsiteX3" fmla="*/ 0 w 351595"/>
                    <a:gd name="connsiteY3" fmla="*/ 44281 h 135320"/>
                    <a:gd name="connsiteX4" fmla="*/ 11385 w 351595"/>
                    <a:gd name="connsiteY4" fmla="*/ 0 h 135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0">
                      <a:moveTo>
                        <a:pt x="11385" y="0"/>
                      </a:moveTo>
                      <a:lnTo>
                        <a:pt x="351595" y="91159"/>
                      </a:lnTo>
                      <a:lnTo>
                        <a:pt x="339762" y="135320"/>
                      </a:lnTo>
                      <a:lnTo>
                        <a:pt x="0" y="44281"/>
                      </a:lnTo>
                      <a:lnTo>
                        <a:pt x="1138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" name="Freeform: Shape 282">
                  <a:extLst>
                    <a:ext uri="{FF2B5EF4-FFF2-40B4-BE49-F238E27FC236}">
                      <a16:creationId xmlns:a16="http://schemas.microsoft.com/office/drawing/2014/main" id="{5AC33F24-2CBC-E40C-5E7B-61CD5BA5E703}"/>
                    </a:ext>
                  </a:extLst>
                </p:cNvPr>
                <p:cNvSpPr/>
                <p:nvPr/>
              </p:nvSpPr>
              <p:spPr>
                <a:xfrm>
                  <a:off x="3815614" y="4526511"/>
                  <a:ext cx="332211" cy="217688"/>
                </a:xfrm>
                <a:custGeom>
                  <a:avLst/>
                  <a:gdLst>
                    <a:gd name="connsiteX0" fmla="*/ 308467 w 332211"/>
                    <a:gd name="connsiteY0" fmla="*/ 0 h 217688"/>
                    <a:gd name="connsiteX1" fmla="*/ 332211 w 332211"/>
                    <a:gd name="connsiteY1" fmla="*/ 39084 h 217688"/>
                    <a:gd name="connsiteX2" fmla="*/ 22860 w 332211"/>
                    <a:gd name="connsiteY2" fmla="*/ 217688 h 217688"/>
                    <a:gd name="connsiteX3" fmla="*/ 0 w 332211"/>
                    <a:gd name="connsiteY3" fmla="*/ 178093 h 217688"/>
                    <a:gd name="connsiteX4" fmla="*/ 308467 w 332211"/>
                    <a:gd name="connsiteY4" fmla="*/ 0 h 217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11" h="217688">
                      <a:moveTo>
                        <a:pt x="308467" y="0"/>
                      </a:moveTo>
                      <a:lnTo>
                        <a:pt x="332211" y="39084"/>
                      </a:lnTo>
                      <a:lnTo>
                        <a:pt x="22860" y="217688"/>
                      </a:lnTo>
                      <a:lnTo>
                        <a:pt x="0" y="178093"/>
                      </a:lnTo>
                      <a:lnTo>
                        <a:pt x="30846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Freeform: Shape 283">
                  <a:extLst>
                    <a:ext uri="{FF2B5EF4-FFF2-40B4-BE49-F238E27FC236}">
                      <a16:creationId xmlns:a16="http://schemas.microsoft.com/office/drawing/2014/main" id="{BD068C93-71AF-62CE-F549-B4C3F5EFEA4D}"/>
                    </a:ext>
                  </a:extLst>
                </p:cNvPr>
                <p:cNvSpPr/>
                <p:nvPr/>
              </p:nvSpPr>
              <p:spPr>
                <a:xfrm>
                  <a:off x="8032234" y="4528904"/>
                  <a:ext cx="328066" cy="215294"/>
                </a:xfrm>
                <a:custGeom>
                  <a:avLst/>
                  <a:gdLst>
                    <a:gd name="connsiteX0" fmla="*/ 23744 w 328066"/>
                    <a:gd name="connsiteY0" fmla="*/ 0 h 215294"/>
                    <a:gd name="connsiteX1" fmla="*/ 328066 w 328066"/>
                    <a:gd name="connsiteY1" fmla="*/ 175700 h 215294"/>
                    <a:gd name="connsiteX2" fmla="*/ 305206 w 328066"/>
                    <a:gd name="connsiteY2" fmla="*/ 215294 h 215294"/>
                    <a:gd name="connsiteX3" fmla="*/ 0 w 328066"/>
                    <a:gd name="connsiteY3" fmla="*/ 39084 h 215294"/>
                    <a:gd name="connsiteX4" fmla="*/ 23744 w 328066"/>
                    <a:gd name="connsiteY4" fmla="*/ 0 h 215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6" h="215294">
                      <a:moveTo>
                        <a:pt x="23744" y="0"/>
                      </a:moveTo>
                      <a:lnTo>
                        <a:pt x="328066" y="175700"/>
                      </a:lnTo>
                      <a:lnTo>
                        <a:pt x="305206" y="215294"/>
                      </a:lnTo>
                      <a:lnTo>
                        <a:pt x="0" y="39084"/>
                      </a:lnTo>
                      <a:lnTo>
                        <a:pt x="2374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" name="Freeform: Shape 284">
                  <a:extLst>
                    <a:ext uri="{FF2B5EF4-FFF2-40B4-BE49-F238E27FC236}">
                      <a16:creationId xmlns:a16="http://schemas.microsoft.com/office/drawing/2014/main" id="{F8EF878E-0A6E-814E-D6C0-FC569D203747}"/>
                    </a:ext>
                  </a:extLst>
                </p:cNvPr>
                <p:cNvSpPr/>
                <p:nvPr/>
              </p:nvSpPr>
              <p:spPr>
                <a:xfrm>
                  <a:off x="4225765" y="4997386"/>
                  <a:ext cx="283736" cy="283869"/>
                </a:xfrm>
                <a:custGeom>
                  <a:avLst/>
                  <a:gdLst>
                    <a:gd name="connsiteX0" fmla="*/ 251541 w 283736"/>
                    <a:gd name="connsiteY0" fmla="*/ 0 h 283869"/>
                    <a:gd name="connsiteX1" fmla="*/ 268265 w 283736"/>
                    <a:gd name="connsiteY1" fmla="*/ 18401 h 283869"/>
                    <a:gd name="connsiteX2" fmla="*/ 283736 w 283736"/>
                    <a:gd name="connsiteY2" fmla="*/ 32462 h 283869"/>
                    <a:gd name="connsiteX3" fmla="*/ 32328 w 283736"/>
                    <a:gd name="connsiteY3" fmla="*/ 283869 h 283869"/>
                    <a:gd name="connsiteX4" fmla="*/ 0 w 283736"/>
                    <a:gd name="connsiteY4" fmla="*/ 251541 h 283869"/>
                    <a:gd name="connsiteX5" fmla="*/ 251541 w 283736"/>
                    <a:gd name="connsiteY5" fmla="*/ 0 h 283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6" h="283869">
                      <a:moveTo>
                        <a:pt x="251541" y="0"/>
                      </a:moveTo>
                      <a:lnTo>
                        <a:pt x="268265" y="18401"/>
                      </a:lnTo>
                      <a:lnTo>
                        <a:pt x="283736" y="32462"/>
                      </a:lnTo>
                      <a:lnTo>
                        <a:pt x="32328" y="283869"/>
                      </a:lnTo>
                      <a:lnTo>
                        <a:pt x="0" y="251541"/>
                      </a:lnTo>
                      <a:lnTo>
                        <a:pt x="25154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" name="Freeform: Shape 285">
                  <a:extLst>
                    <a:ext uri="{FF2B5EF4-FFF2-40B4-BE49-F238E27FC236}">
                      <a16:creationId xmlns:a16="http://schemas.microsoft.com/office/drawing/2014/main" id="{EDDB3D56-D61C-68D9-C63E-1F6CD0D4E510}"/>
                    </a:ext>
                  </a:extLst>
                </p:cNvPr>
                <p:cNvSpPr/>
                <p:nvPr/>
              </p:nvSpPr>
              <p:spPr>
                <a:xfrm>
                  <a:off x="7669079" y="5000318"/>
                  <a:ext cx="281070" cy="280936"/>
                </a:xfrm>
                <a:custGeom>
                  <a:avLst/>
                  <a:gdLst>
                    <a:gd name="connsiteX0" fmla="*/ 32462 w 281070"/>
                    <a:gd name="connsiteY0" fmla="*/ 0 h 280936"/>
                    <a:gd name="connsiteX1" fmla="*/ 281070 w 281070"/>
                    <a:gd name="connsiteY1" fmla="*/ 248608 h 280936"/>
                    <a:gd name="connsiteX2" fmla="*/ 248742 w 281070"/>
                    <a:gd name="connsiteY2" fmla="*/ 280936 h 280936"/>
                    <a:gd name="connsiteX3" fmla="*/ 0 w 281070"/>
                    <a:gd name="connsiteY3" fmla="*/ 32194 h 280936"/>
                    <a:gd name="connsiteX4" fmla="*/ 18403 w 281070"/>
                    <a:gd name="connsiteY4" fmla="*/ 15468 h 280936"/>
                    <a:gd name="connsiteX5" fmla="*/ 32462 w 281070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70" h="280936">
                      <a:moveTo>
                        <a:pt x="32462" y="0"/>
                      </a:moveTo>
                      <a:lnTo>
                        <a:pt x="281070" y="248608"/>
                      </a:lnTo>
                      <a:lnTo>
                        <a:pt x="248742" y="280936"/>
                      </a:lnTo>
                      <a:lnTo>
                        <a:pt x="0" y="32194"/>
                      </a:lnTo>
                      <a:lnTo>
                        <a:pt x="18403" y="15468"/>
                      </a:lnTo>
                      <a:lnTo>
                        <a:pt x="3246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" name="Freeform: Shape 286">
                  <a:extLst>
                    <a:ext uri="{FF2B5EF4-FFF2-40B4-BE49-F238E27FC236}">
                      <a16:creationId xmlns:a16="http://schemas.microsoft.com/office/drawing/2014/main" id="{B34ABE8D-E322-12B6-4068-FADBD28C418C}"/>
                    </a:ext>
                  </a:extLst>
                </p:cNvPr>
                <p:cNvSpPr/>
                <p:nvPr/>
              </p:nvSpPr>
              <p:spPr>
                <a:xfrm>
                  <a:off x="4762823" y="5360009"/>
                  <a:ext cx="217217" cy="331397"/>
                </a:xfrm>
                <a:custGeom>
                  <a:avLst/>
                  <a:gdLst>
                    <a:gd name="connsiteX0" fmla="*/ 178134 w 217217"/>
                    <a:gd name="connsiteY0" fmla="*/ 0 h 331397"/>
                    <a:gd name="connsiteX1" fmla="*/ 217217 w 217217"/>
                    <a:gd name="connsiteY1" fmla="*/ 23744 h 331397"/>
                    <a:gd name="connsiteX2" fmla="*/ 39593 w 217217"/>
                    <a:gd name="connsiteY2" fmla="*/ 331397 h 331397"/>
                    <a:gd name="connsiteX3" fmla="*/ 0 w 217217"/>
                    <a:gd name="connsiteY3" fmla="*/ 308537 h 331397"/>
                    <a:gd name="connsiteX4" fmla="*/ 178134 w 217217"/>
                    <a:gd name="connsiteY4" fmla="*/ 0 h 331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7">
                      <a:moveTo>
                        <a:pt x="178134" y="0"/>
                      </a:moveTo>
                      <a:lnTo>
                        <a:pt x="217217" y="23744"/>
                      </a:lnTo>
                      <a:lnTo>
                        <a:pt x="39593" y="331397"/>
                      </a:lnTo>
                      <a:lnTo>
                        <a:pt x="0" y="308537"/>
                      </a:lnTo>
                      <a:lnTo>
                        <a:pt x="17813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" name="Freeform: Shape 287">
                  <a:extLst>
                    <a:ext uri="{FF2B5EF4-FFF2-40B4-BE49-F238E27FC236}">
                      <a16:creationId xmlns:a16="http://schemas.microsoft.com/office/drawing/2014/main" id="{4130CA7E-04D2-FFBD-08E0-91F498F5B198}"/>
                    </a:ext>
                  </a:extLst>
                </p:cNvPr>
                <p:cNvSpPr/>
                <p:nvPr/>
              </p:nvSpPr>
              <p:spPr>
                <a:xfrm>
                  <a:off x="7197328" y="5362526"/>
                  <a:ext cx="215764" cy="328878"/>
                </a:xfrm>
                <a:custGeom>
                  <a:avLst/>
                  <a:gdLst>
                    <a:gd name="connsiteX0" fmla="*/ 39084 w 215764"/>
                    <a:gd name="connsiteY0" fmla="*/ 0 h 328878"/>
                    <a:gd name="connsiteX1" fmla="*/ 215764 w 215764"/>
                    <a:gd name="connsiteY1" fmla="*/ 306019 h 328878"/>
                    <a:gd name="connsiteX2" fmla="*/ 176170 w 215764"/>
                    <a:gd name="connsiteY2" fmla="*/ 328878 h 328878"/>
                    <a:gd name="connsiteX3" fmla="*/ 0 w 215764"/>
                    <a:gd name="connsiteY3" fmla="*/ 23744 h 328878"/>
                    <a:gd name="connsiteX4" fmla="*/ 39084 w 215764"/>
                    <a:gd name="connsiteY4" fmla="*/ 0 h 3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4" h="328878">
                      <a:moveTo>
                        <a:pt x="39084" y="0"/>
                      </a:moveTo>
                      <a:lnTo>
                        <a:pt x="215764" y="306019"/>
                      </a:lnTo>
                      <a:lnTo>
                        <a:pt x="176170" y="328878"/>
                      </a:lnTo>
                      <a:lnTo>
                        <a:pt x="0" y="23744"/>
                      </a:lnTo>
                      <a:lnTo>
                        <a:pt x="3908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" name="Freeform: Shape 288">
                  <a:extLst>
                    <a:ext uri="{FF2B5EF4-FFF2-40B4-BE49-F238E27FC236}">
                      <a16:creationId xmlns:a16="http://schemas.microsoft.com/office/drawing/2014/main" id="{FF78750B-4529-CE20-6032-7C59A36A995C}"/>
                    </a:ext>
                  </a:extLst>
                </p:cNvPr>
                <p:cNvSpPr/>
                <p:nvPr/>
              </p:nvSpPr>
              <p:spPr>
                <a:xfrm>
                  <a:off x="5390184" y="5591812"/>
                  <a:ext cx="136202" cy="354889"/>
                </a:xfrm>
                <a:custGeom>
                  <a:avLst/>
                  <a:gdLst>
                    <a:gd name="connsiteX0" fmla="*/ 91922 w 136202"/>
                    <a:gd name="connsiteY0" fmla="*/ 0 h 354889"/>
                    <a:gd name="connsiteX1" fmla="*/ 136202 w 136202"/>
                    <a:gd name="connsiteY1" fmla="*/ 11385 h 354889"/>
                    <a:gd name="connsiteX2" fmla="*/ 44161 w 136202"/>
                    <a:gd name="connsiteY2" fmla="*/ 354889 h 354889"/>
                    <a:gd name="connsiteX3" fmla="*/ 0 w 136202"/>
                    <a:gd name="connsiteY3" fmla="*/ 343056 h 354889"/>
                    <a:gd name="connsiteX4" fmla="*/ 91922 w 136202"/>
                    <a:gd name="connsiteY4" fmla="*/ 0 h 354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9">
                      <a:moveTo>
                        <a:pt x="91922" y="0"/>
                      </a:moveTo>
                      <a:lnTo>
                        <a:pt x="136202" y="11385"/>
                      </a:lnTo>
                      <a:lnTo>
                        <a:pt x="44161" y="354889"/>
                      </a:lnTo>
                      <a:lnTo>
                        <a:pt x="0" y="343056"/>
                      </a:lnTo>
                      <a:lnTo>
                        <a:pt x="9192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" name="Freeform: Shape 289">
                  <a:extLst>
                    <a:ext uri="{FF2B5EF4-FFF2-40B4-BE49-F238E27FC236}">
                      <a16:creationId xmlns:a16="http://schemas.microsoft.com/office/drawing/2014/main" id="{8FB953E4-5738-B9EE-F217-FC44BE74CCD3}"/>
                    </a:ext>
                  </a:extLst>
                </p:cNvPr>
                <p:cNvSpPr/>
                <p:nvPr/>
              </p:nvSpPr>
              <p:spPr>
                <a:xfrm>
                  <a:off x="6649888" y="5593157"/>
                  <a:ext cx="135842" cy="353542"/>
                </a:xfrm>
                <a:custGeom>
                  <a:avLst/>
                  <a:gdLst>
                    <a:gd name="connsiteX0" fmla="*/ 44281 w 135842"/>
                    <a:gd name="connsiteY0" fmla="*/ 0 h 353542"/>
                    <a:gd name="connsiteX1" fmla="*/ 135842 w 135842"/>
                    <a:gd name="connsiteY1" fmla="*/ 341709 h 353542"/>
                    <a:gd name="connsiteX2" fmla="*/ 91681 w 135842"/>
                    <a:gd name="connsiteY2" fmla="*/ 353542 h 353542"/>
                    <a:gd name="connsiteX3" fmla="*/ 0 w 135842"/>
                    <a:gd name="connsiteY3" fmla="*/ 11386 h 353542"/>
                    <a:gd name="connsiteX4" fmla="*/ 44281 w 135842"/>
                    <a:gd name="connsiteY4" fmla="*/ 0 h 353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2" h="353542">
                      <a:moveTo>
                        <a:pt x="44281" y="0"/>
                      </a:moveTo>
                      <a:lnTo>
                        <a:pt x="135842" y="341709"/>
                      </a:lnTo>
                      <a:lnTo>
                        <a:pt x="91681" y="353542"/>
                      </a:lnTo>
                      <a:lnTo>
                        <a:pt x="0" y="11386"/>
                      </a:lnTo>
                      <a:lnTo>
                        <a:pt x="4428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" name="Freeform: Shape 290">
                  <a:extLst>
                    <a:ext uri="{FF2B5EF4-FFF2-40B4-BE49-F238E27FC236}">
                      <a16:creationId xmlns:a16="http://schemas.microsoft.com/office/drawing/2014/main" id="{38C697F4-11E2-73DB-55D2-2EBEA4C7434A}"/>
                    </a:ext>
                  </a:extLst>
                </p:cNvPr>
                <p:cNvSpPr/>
                <p:nvPr/>
              </p:nvSpPr>
              <p:spPr>
                <a:xfrm>
                  <a:off x="6065099" y="5675878"/>
                  <a:ext cx="45719" cy="353863"/>
                </a:xfrm>
                <a:custGeom>
                  <a:avLst/>
                  <a:gdLst>
                    <a:gd name="connsiteX0" fmla="*/ 0 w 45719"/>
                    <a:gd name="connsiteY0" fmla="*/ 0 h 353863"/>
                    <a:gd name="connsiteX1" fmla="*/ 25658 w 45719"/>
                    <a:gd name="connsiteY1" fmla="*/ 1295 h 353863"/>
                    <a:gd name="connsiteX2" fmla="*/ 45719 w 45719"/>
                    <a:gd name="connsiteY2" fmla="*/ 282 h 353863"/>
                    <a:gd name="connsiteX3" fmla="*/ 45719 w 45719"/>
                    <a:gd name="connsiteY3" fmla="*/ 353863 h 353863"/>
                    <a:gd name="connsiteX4" fmla="*/ 0 w 45719"/>
                    <a:gd name="connsiteY4" fmla="*/ 353863 h 353863"/>
                    <a:gd name="connsiteX5" fmla="*/ 0 w 45719"/>
                    <a:gd name="connsiteY5" fmla="*/ 0 h 353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9" h="353863">
                      <a:moveTo>
                        <a:pt x="0" y="0"/>
                      </a:moveTo>
                      <a:lnTo>
                        <a:pt x="25658" y="1295"/>
                      </a:lnTo>
                      <a:lnTo>
                        <a:pt x="45719" y="282"/>
                      </a:lnTo>
                      <a:lnTo>
                        <a:pt x="45719" y="353863"/>
                      </a:lnTo>
                      <a:lnTo>
                        <a:pt x="0" y="3538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13" name="Circle: Hollow 263">
              <a:extLst>
                <a:ext uri="{FF2B5EF4-FFF2-40B4-BE49-F238E27FC236}">
                  <a16:creationId xmlns:a16="http://schemas.microsoft.com/office/drawing/2014/main" id="{A512EFE9-4058-DD96-4FD8-148250CB0C57}"/>
                </a:ext>
              </a:extLst>
            </p:cNvPr>
            <p:cNvSpPr/>
            <p:nvPr/>
          </p:nvSpPr>
          <p:spPr>
            <a:xfrm>
              <a:off x="2536424" y="967127"/>
              <a:ext cx="4877362" cy="4877362"/>
            </a:xfrm>
            <a:prstGeom prst="donut">
              <a:avLst>
                <a:gd name="adj" fmla="val 120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  <p:sp>
          <p:nvSpPr>
            <p:cNvPr id="14" name="Circle: Hollow 264">
              <a:extLst>
                <a:ext uri="{FF2B5EF4-FFF2-40B4-BE49-F238E27FC236}">
                  <a16:creationId xmlns:a16="http://schemas.microsoft.com/office/drawing/2014/main" id="{704F96F3-D4B4-E5F0-0A45-45D9AAF5905E}"/>
                </a:ext>
              </a:extLst>
            </p:cNvPr>
            <p:cNvSpPr/>
            <p:nvPr/>
          </p:nvSpPr>
          <p:spPr>
            <a:xfrm>
              <a:off x="2215784" y="646487"/>
              <a:ext cx="5518642" cy="5518642"/>
            </a:xfrm>
            <a:prstGeom prst="donut">
              <a:avLst>
                <a:gd name="adj" fmla="val 6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21F7B38-8E5E-252E-C257-464BA07DFDD1}"/>
              </a:ext>
            </a:extLst>
          </p:cNvPr>
          <p:cNvGrpSpPr/>
          <p:nvPr/>
        </p:nvGrpSpPr>
        <p:grpSpPr>
          <a:xfrm>
            <a:off x="2150481" y="5685902"/>
            <a:ext cx="840517" cy="847404"/>
            <a:chOff x="2154470" y="585173"/>
            <a:chExt cx="5641271" cy="5641271"/>
          </a:xfrm>
          <a:solidFill>
            <a:schemeClr val="bg1">
              <a:lumMod val="75000"/>
              <a:alpha val="60000"/>
            </a:schemeClr>
          </a:solidFill>
          <a:effectLst/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C44DE248-46A1-7404-253C-5D064DCAE016}"/>
                </a:ext>
              </a:extLst>
            </p:cNvPr>
            <p:cNvGrpSpPr/>
            <p:nvPr/>
          </p:nvGrpSpPr>
          <p:grpSpPr>
            <a:xfrm>
              <a:off x="2154470" y="585173"/>
              <a:ext cx="5641271" cy="5641271"/>
              <a:chOff x="3267320" y="598425"/>
              <a:chExt cx="5641271" cy="5641271"/>
            </a:xfrm>
            <a:grpFill/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8DDEC765-DB91-5D7A-CE88-73FD43BA258E}"/>
                  </a:ext>
                </a:extLst>
              </p:cNvPr>
              <p:cNvGrpSpPr/>
              <p:nvPr/>
            </p:nvGrpSpPr>
            <p:grpSpPr>
              <a:xfrm>
                <a:off x="3267320" y="598425"/>
                <a:ext cx="5641271" cy="5641271"/>
                <a:chOff x="1224922" y="598425"/>
                <a:chExt cx="5641271" cy="5641271"/>
              </a:xfrm>
              <a:grpFill/>
            </p:grpSpPr>
            <p:sp>
              <p:nvSpPr>
                <p:cNvPr id="95" name="Rectangle 80">
                  <a:extLst>
                    <a:ext uri="{FF2B5EF4-FFF2-40B4-BE49-F238E27FC236}">
                      <a16:creationId xmlns:a16="http://schemas.microsoft.com/office/drawing/2014/main" id="{A6BA85AD-1136-E2ED-4731-8D1060150027}"/>
                    </a:ext>
                  </a:extLst>
                </p:cNvPr>
                <p:cNvSpPr/>
                <p:nvPr/>
              </p:nvSpPr>
              <p:spPr>
                <a:xfrm rot="2700000">
                  <a:off x="3958590" y="59842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96" name="Rectangle 81">
                  <a:extLst>
                    <a:ext uri="{FF2B5EF4-FFF2-40B4-BE49-F238E27FC236}">
                      <a16:creationId xmlns:a16="http://schemas.microsoft.com/office/drawing/2014/main" id="{83FECA39-7905-44B4-7739-02B2CB09B1E8}"/>
                    </a:ext>
                  </a:extLst>
                </p:cNvPr>
                <p:cNvSpPr/>
                <p:nvPr/>
              </p:nvSpPr>
              <p:spPr>
                <a:xfrm rot="2700000">
                  <a:off x="3958590" y="606576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97" name="Rectangle 82">
                  <a:extLst>
                    <a:ext uri="{FF2B5EF4-FFF2-40B4-BE49-F238E27FC236}">
                      <a16:creationId xmlns:a16="http://schemas.microsoft.com/office/drawing/2014/main" id="{F753B64E-561A-2E49-10F6-5F2402A68A21}"/>
                    </a:ext>
                  </a:extLst>
                </p:cNvPr>
                <p:cNvSpPr/>
                <p:nvPr/>
              </p:nvSpPr>
              <p:spPr>
                <a:xfrm rot="3600000">
                  <a:off x="4666115" y="69157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98" name="Rectangle 83">
                  <a:extLst>
                    <a:ext uri="{FF2B5EF4-FFF2-40B4-BE49-F238E27FC236}">
                      <a16:creationId xmlns:a16="http://schemas.microsoft.com/office/drawing/2014/main" id="{CE31AD94-8168-F9ED-7DC8-812B1EAEDEEE}"/>
                    </a:ext>
                  </a:extLst>
                </p:cNvPr>
                <p:cNvSpPr/>
                <p:nvPr/>
              </p:nvSpPr>
              <p:spPr>
                <a:xfrm rot="3600000">
                  <a:off x="3251065" y="597261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99" name="Rectangle 84">
                  <a:extLst>
                    <a:ext uri="{FF2B5EF4-FFF2-40B4-BE49-F238E27FC236}">
                      <a16:creationId xmlns:a16="http://schemas.microsoft.com/office/drawing/2014/main" id="{6900C9CD-33BC-6F9E-1C7F-0CECB8D073AB}"/>
                    </a:ext>
                  </a:extLst>
                </p:cNvPr>
                <p:cNvSpPr/>
                <p:nvPr/>
              </p:nvSpPr>
              <p:spPr>
                <a:xfrm rot="4500000">
                  <a:off x="5325424" y="964667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00" name="Rectangle 85">
                  <a:extLst>
                    <a:ext uri="{FF2B5EF4-FFF2-40B4-BE49-F238E27FC236}">
                      <a16:creationId xmlns:a16="http://schemas.microsoft.com/office/drawing/2014/main" id="{A2874B2D-E697-B1D7-A94D-A0619EE7B6F9}"/>
                    </a:ext>
                  </a:extLst>
                </p:cNvPr>
                <p:cNvSpPr/>
                <p:nvPr/>
              </p:nvSpPr>
              <p:spPr>
                <a:xfrm rot="4500000">
                  <a:off x="2591756" y="5699520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01" name="Rectangle 86">
                  <a:extLst>
                    <a:ext uri="{FF2B5EF4-FFF2-40B4-BE49-F238E27FC236}">
                      <a16:creationId xmlns:a16="http://schemas.microsoft.com/office/drawing/2014/main" id="{87E2F620-1D89-62DF-9BE7-2226CB15DFAA}"/>
                    </a:ext>
                  </a:extLst>
                </p:cNvPr>
                <p:cNvSpPr/>
                <p:nvPr/>
              </p:nvSpPr>
              <p:spPr>
                <a:xfrm rot="5400000">
                  <a:off x="5891586" y="139909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02" name="Rectangle 87">
                  <a:extLst>
                    <a:ext uri="{FF2B5EF4-FFF2-40B4-BE49-F238E27FC236}">
                      <a16:creationId xmlns:a16="http://schemas.microsoft.com/office/drawing/2014/main" id="{90912A72-5F92-F3BB-0AB3-724834CA4CE2}"/>
                    </a:ext>
                  </a:extLst>
                </p:cNvPr>
                <p:cNvSpPr/>
                <p:nvPr/>
              </p:nvSpPr>
              <p:spPr>
                <a:xfrm rot="5400000">
                  <a:off x="2025594" y="526508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03" name="Rectangle 88">
                  <a:extLst>
                    <a:ext uri="{FF2B5EF4-FFF2-40B4-BE49-F238E27FC236}">
                      <a16:creationId xmlns:a16="http://schemas.microsoft.com/office/drawing/2014/main" id="{2829338D-1724-F0A2-9851-D95A2F599242}"/>
                    </a:ext>
                  </a:extLst>
                </p:cNvPr>
                <p:cNvSpPr/>
                <p:nvPr/>
              </p:nvSpPr>
              <p:spPr>
                <a:xfrm rot="6300000">
                  <a:off x="6326016" y="196525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04" name="Rectangle 89">
                  <a:extLst>
                    <a:ext uri="{FF2B5EF4-FFF2-40B4-BE49-F238E27FC236}">
                      <a16:creationId xmlns:a16="http://schemas.microsoft.com/office/drawing/2014/main" id="{D9E8A700-ED1D-F49D-311D-D902C695740E}"/>
                    </a:ext>
                  </a:extLst>
                </p:cNvPr>
                <p:cNvSpPr/>
                <p:nvPr/>
              </p:nvSpPr>
              <p:spPr>
                <a:xfrm rot="6300000">
                  <a:off x="1591164" y="469892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05" name="Rectangle 90">
                  <a:extLst>
                    <a:ext uri="{FF2B5EF4-FFF2-40B4-BE49-F238E27FC236}">
                      <a16:creationId xmlns:a16="http://schemas.microsoft.com/office/drawing/2014/main" id="{0C0FF38F-9D97-D294-EF92-631DB1DE9FDA}"/>
                    </a:ext>
                  </a:extLst>
                </p:cNvPr>
                <p:cNvSpPr/>
                <p:nvPr/>
              </p:nvSpPr>
              <p:spPr>
                <a:xfrm rot="7200000">
                  <a:off x="6599111" y="262456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06" name="Rectangle 91">
                  <a:extLst>
                    <a:ext uri="{FF2B5EF4-FFF2-40B4-BE49-F238E27FC236}">
                      <a16:creationId xmlns:a16="http://schemas.microsoft.com/office/drawing/2014/main" id="{CFA2947A-EE55-507A-3915-5A4272D8CDCC}"/>
                    </a:ext>
                  </a:extLst>
                </p:cNvPr>
                <p:cNvSpPr/>
                <p:nvPr/>
              </p:nvSpPr>
              <p:spPr>
                <a:xfrm rot="7200000">
                  <a:off x="1318069" y="403961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07" name="Rectangle 92">
                  <a:extLst>
                    <a:ext uri="{FF2B5EF4-FFF2-40B4-BE49-F238E27FC236}">
                      <a16:creationId xmlns:a16="http://schemas.microsoft.com/office/drawing/2014/main" id="{1629D7E6-DD4E-ADFF-7960-9BAE5B0EB020}"/>
                    </a:ext>
                  </a:extLst>
                </p:cNvPr>
                <p:cNvSpPr/>
                <p:nvPr/>
              </p:nvSpPr>
              <p:spPr>
                <a:xfrm rot="8100000">
                  <a:off x="6692259" y="3332094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08" name="Rectangle 93">
                  <a:extLst>
                    <a:ext uri="{FF2B5EF4-FFF2-40B4-BE49-F238E27FC236}">
                      <a16:creationId xmlns:a16="http://schemas.microsoft.com/office/drawing/2014/main" id="{AD0F7B47-07E1-D984-1F66-7DF21441B692}"/>
                    </a:ext>
                  </a:extLst>
                </p:cNvPr>
                <p:cNvSpPr/>
                <p:nvPr/>
              </p:nvSpPr>
              <p:spPr>
                <a:xfrm rot="8100000">
                  <a:off x="1224922" y="3332094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09" name="Rectangle 94">
                  <a:extLst>
                    <a:ext uri="{FF2B5EF4-FFF2-40B4-BE49-F238E27FC236}">
                      <a16:creationId xmlns:a16="http://schemas.microsoft.com/office/drawing/2014/main" id="{066D987A-2AD9-37CB-0178-D68E36B6EDF0}"/>
                    </a:ext>
                  </a:extLst>
                </p:cNvPr>
                <p:cNvSpPr/>
                <p:nvPr/>
              </p:nvSpPr>
              <p:spPr>
                <a:xfrm rot="9000000">
                  <a:off x="6599111" y="403961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0" name="Rectangle 95">
                  <a:extLst>
                    <a:ext uri="{FF2B5EF4-FFF2-40B4-BE49-F238E27FC236}">
                      <a16:creationId xmlns:a16="http://schemas.microsoft.com/office/drawing/2014/main" id="{92D04ABD-5089-5847-B698-48BF0BBD2A8D}"/>
                    </a:ext>
                  </a:extLst>
                </p:cNvPr>
                <p:cNvSpPr/>
                <p:nvPr/>
              </p:nvSpPr>
              <p:spPr>
                <a:xfrm rot="9000000">
                  <a:off x="1318069" y="262456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1" name="Rectangle 96">
                  <a:extLst>
                    <a:ext uri="{FF2B5EF4-FFF2-40B4-BE49-F238E27FC236}">
                      <a16:creationId xmlns:a16="http://schemas.microsoft.com/office/drawing/2014/main" id="{7A724E81-62C7-7ADB-25D3-474771136E5E}"/>
                    </a:ext>
                  </a:extLst>
                </p:cNvPr>
                <p:cNvSpPr/>
                <p:nvPr/>
              </p:nvSpPr>
              <p:spPr>
                <a:xfrm rot="9900000">
                  <a:off x="6326016" y="469892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2" name="Rectangle 97">
                  <a:extLst>
                    <a:ext uri="{FF2B5EF4-FFF2-40B4-BE49-F238E27FC236}">
                      <a16:creationId xmlns:a16="http://schemas.microsoft.com/office/drawing/2014/main" id="{3295F64C-5B48-B6EE-3DAE-279218354EDA}"/>
                    </a:ext>
                  </a:extLst>
                </p:cNvPr>
                <p:cNvSpPr/>
                <p:nvPr/>
              </p:nvSpPr>
              <p:spPr>
                <a:xfrm rot="9900000">
                  <a:off x="1591164" y="196525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3" name="Rectangle 98">
                  <a:extLst>
                    <a:ext uri="{FF2B5EF4-FFF2-40B4-BE49-F238E27FC236}">
                      <a16:creationId xmlns:a16="http://schemas.microsoft.com/office/drawing/2014/main" id="{278E03B7-963A-9D68-78C4-50EEB2980F6B}"/>
                    </a:ext>
                  </a:extLst>
                </p:cNvPr>
                <p:cNvSpPr/>
                <p:nvPr/>
              </p:nvSpPr>
              <p:spPr>
                <a:xfrm rot="10800000">
                  <a:off x="5891586" y="526508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4" name="Rectangle 99">
                  <a:extLst>
                    <a:ext uri="{FF2B5EF4-FFF2-40B4-BE49-F238E27FC236}">
                      <a16:creationId xmlns:a16="http://schemas.microsoft.com/office/drawing/2014/main" id="{F80DD3C3-54BC-39C2-7BC9-C7A052C7815C}"/>
                    </a:ext>
                  </a:extLst>
                </p:cNvPr>
                <p:cNvSpPr/>
                <p:nvPr/>
              </p:nvSpPr>
              <p:spPr>
                <a:xfrm rot="10800000">
                  <a:off x="2025594" y="139909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5" name="Rectangle 100">
                  <a:extLst>
                    <a:ext uri="{FF2B5EF4-FFF2-40B4-BE49-F238E27FC236}">
                      <a16:creationId xmlns:a16="http://schemas.microsoft.com/office/drawing/2014/main" id="{B626AD6C-9AC0-8E30-4EB6-1CE6518C93F0}"/>
                    </a:ext>
                  </a:extLst>
                </p:cNvPr>
                <p:cNvSpPr/>
                <p:nvPr/>
              </p:nvSpPr>
              <p:spPr>
                <a:xfrm rot="11700000">
                  <a:off x="5325424" y="5699520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6" name="Rectangle 101">
                  <a:extLst>
                    <a:ext uri="{FF2B5EF4-FFF2-40B4-BE49-F238E27FC236}">
                      <a16:creationId xmlns:a16="http://schemas.microsoft.com/office/drawing/2014/main" id="{0E8A0AD3-4087-38A3-3807-9105766B25A3}"/>
                    </a:ext>
                  </a:extLst>
                </p:cNvPr>
                <p:cNvSpPr/>
                <p:nvPr/>
              </p:nvSpPr>
              <p:spPr>
                <a:xfrm rot="11700000">
                  <a:off x="2591756" y="964667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7" name="Rectangle 102">
                  <a:extLst>
                    <a:ext uri="{FF2B5EF4-FFF2-40B4-BE49-F238E27FC236}">
                      <a16:creationId xmlns:a16="http://schemas.microsoft.com/office/drawing/2014/main" id="{9FFD4FAB-11ED-0F0B-9F5F-7CFFB72162E2}"/>
                    </a:ext>
                  </a:extLst>
                </p:cNvPr>
                <p:cNvSpPr/>
                <p:nvPr/>
              </p:nvSpPr>
              <p:spPr>
                <a:xfrm rot="12600000">
                  <a:off x="4666115" y="597261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8" name="Rectangle 103">
                  <a:extLst>
                    <a:ext uri="{FF2B5EF4-FFF2-40B4-BE49-F238E27FC236}">
                      <a16:creationId xmlns:a16="http://schemas.microsoft.com/office/drawing/2014/main" id="{4B348E01-CEA2-5E74-2F4B-B25626370912}"/>
                    </a:ext>
                  </a:extLst>
                </p:cNvPr>
                <p:cNvSpPr/>
                <p:nvPr/>
              </p:nvSpPr>
              <p:spPr>
                <a:xfrm rot="12600000">
                  <a:off x="3251065" y="69157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CFB690A8-2A6E-12E2-7044-05C9D92B8990}"/>
                  </a:ext>
                </a:extLst>
              </p:cNvPr>
              <p:cNvGrpSpPr/>
              <p:nvPr/>
            </p:nvGrpSpPr>
            <p:grpSpPr>
              <a:xfrm>
                <a:off x="3328637" y="659745"/>
                <a:ext cx="5518640" cy="5518638"/>
                <a:chOff x="3477279" y="808386"/>
                <a:chExt cx="5221355" cy="5221355"/>
              </a:xfrm>
              <a:grpFill/>
            </p:grpSpPr>
            <p:sp>
              <p:nvSpPr>
                <p:cNvPr id="71" name="Freeform: Shape 267">
                  <a:extLst>
                    <a:ext uri="{FF2B5EF4-FFF2-40B4-BE49-F238E27FC236}">
                      <a16:creationId xmlns:a16="http://schemas.microsoft.com/office/drawing/2014/main" id="{21993166-3386-93AC-D615-4F1E216D7EF5}"/>
                    </a:ext>
                  </a:extLst>
                </p:cNvPr>
                <p:cNvSpPr/>
                <p:nvPr/>
              </p:nvSpPr>
              <p:spPr>
                <a:xfrm>
                  <a:off x="6065098" y="808386"/>
                  <a:ext cx="45718" cy="353859"/>
                </a:xfrm>
                <a:custGeom>
                  <a:avLst/>
                  <a:gdLst>
                    <a:gd name="connsiteX0" fmla="*/ 0 w 45718"/>
                    <a:gd name="connsiteY0" fmla="*/ 0 h 353859"/>
                    <a:gd name="connsiteX1" fmla="*/ 45718 w 45718"/>
                    <a:gd name="connsiteY1" fmla="*/ 0 h 353859"/>
                    <a:gd name="connsiteX2" fmla="*/ 45718 w 45718"/>
                    <a:gd name="connsiteY2" fmla="*/ 353576 h 353859"/>
                    <a:gd name="connsiteX3" fmla="*/ 25658 w 45718"/>
                    <a:gd name="connsiteY3" fmla="*/ 352563 h 353859"/>
                    <a:gd name="connsiteX4" fmla="*/ 0 w 45718"/>
                    <a:gd name="connsiteY4" fmla="*/ 353859 h 353859"/>
                    <a:gd name="connsiteX5" fmla="*/ 0 w 45718"/>
                    <a:gd name="connsiteY5" fmla="*/ 0 h 353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8" h="353859">
                      <a:moveTo>
                        <a:pt x="0" y="0"/>
                      </a:moveTo>
                      <a:lnTo>
                        <a:pt x="45718" y="0"/>
                      </a:lnTo>
                      <a:lnTo>
                        <a:pt x="45718" y="353576"/>
                      </a:lnTo>
                      <a:lnTo>
                        <a:pt x="25658" y="352563"/>
                      </a:lnTo>
                      <a:lnTo>
                        <a:pt x="0" y="35385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" name="Freeform: Shape 268">
                  <a:extLst>
                    <a:ext uri="{FF2B5EF4-FFF2-40B4-BE49-F238E27FC236}">
                      <a16:creationId xmlns:a16="http://schemas.microsoft.com/office/drawing/2014/main" id="{8D169114-90CF-568E-D72C-29AE09916CF9}"/>
                    </a:ext>
                  </a:extLst>
                </p:cNvPr>
                <p:cNvSpPr/>
                <p:nvPr/>
              </p:nvSpPr>
              <p:spPr>
                <a:xfrm>
                  <a:off x="5390183" y="891424"/>
                  <a:ext cx="136202" cy="354886"/>
                </a:xfrm>
                <a:custGeom>
                  <a:avLst/>
                  <a:gdLst>
                    <a:gd name="connsiteX0" fmla="*/ 44161 w 136202"/>
                    <a:gd name="connsiteY0" fmla="*/ 0 h 354886"/>
                    <a:gd name="connsiteX1" fmla="*/ 136202 w 136202"/>
                    <a:gd name="connsiteY1" fmla="*/ 343500 h 354886"/>
                    <a:gd name="connsiteX2" fmla="*/ 91921 w 136202"/>
                    <a:gd name="connsiteY2" fmla="*/ 354886 h 354886"/>
                    <a:gd name="connsiteX3" fmla="*/ 0 w 136202"/>
                    <a:gd name="connsiteY3" fmla="*/ 11833 h 354886"/>
                    <a:gd name="connsiteX4" fmla="*/ 44161 w 136202"/>
                    <a:gd name="connsiteY4" fmla="*/ 0 h 354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6">
                      <a:moveTo>
                        <a:pt x="44161" y="0"/>
                      </a:moveTo>
                      <a:lnTo>
                        <a:pt x="136202" y="343500"/>
                      </a:lnTo>
                      <a:lnTo>
                        <a:pt x="91921" y="354886"/>
                      </a:lnTo>
                      <a:lnTo>
                        <a:pt x="0" y="11833"/>
                      </a:lnTo>
                      <a:lnTo>
                        <a:pt x="441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" name="Freeform: Shape 269">
                  <a:extLst>
                    <a:ext uri="{FF2B5EF4-FFF2-40B4-BE49-F238E27FC236}">
                      <a16:creationId xmlns:a16="http://schemas.microsoft.com/office/drawing/2014/main" id="{49EBA509-8FC6-0595-708D-80BE2481A7BE}"/>
                    </a:ext>
                  </a:extLst>
                </p:cNvPr>
                <p:cNvSpPr/>
                <p:nvPr/>
              </p:nvSpPr>
              <p:spPr>
                <a:xfrm>
                  <a:off x="6649891" y="891425"/>
                  <a:ext cx="135841" cy="353538"/>
                </a:xfrm>
                <a:custGeom>
                  <a:avLst/>
                  <a:gdLst>
                    <a:gd name="connsiteX0" fmla="*/ 91679 w 135841"/>
                    <a:gd name="connsiteY0" fmla="*/ 0 h 353538"/>
                    <a:gd name="connsiteX1" fmla="*/ 135841 w 135841"/>
                    <a:gd name="connsiteY1" fmla="*/ 11833 h 353538"/>
                    <a:gd name="connsiteX2" fmla="*/ 44281 w 135841"/>
                    <a:gd name="connsiteY2" fmla="*/ 353538 h 353538"/>
                    <a:gd name="connsiteX3" fmla="*/ 0 w 135841"/>
                    <a:gd name="connsiteY3" fmla="*/ 342153 h 353538"/>
                    <a:gd name="connsiteX4" fmla="*/ 91679 w 135841"/>
                    <a:gd name="connsiteY4" fmla="*/ 0 h 3535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1" h="353538">
                      <a:moveTo>
                        <a:pt x="91679" y="0"/>
                      </a:moveTo>
                      <a:lnTo>
                        <a:pt x="135841" y="11833"/>
                      </a:lnTo>
                      <a:lnTo>
                        <a:pt x="44281" y="353538"/>
                      </a:lnTo>
                      <a:lnTo>
                        <a:pt x="0" y="342153"/>
                      </a:lnTo>
                      <a:lnTo>
                        <a:pt x="9167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" name="Freeform: Shape 270">
                  <a:extLst>
                    <a:ext uri="{FF2B5EF4-FFF2-40B4-BE49-F238E27FC236}">
                      <a16:creationId xmlns:a16="http://schemas.microsoft.com/office/drawing/2014/main" id="{2AB62A0C-A4DD-AB5C-4577-6722D50FB8D7}"/>
                    </a:ext>
                  </a:extLst>
                </p:cNvPr>
                <p:cNvSpPr/>
                <p:nvPr/>
              </p:nvSpPr>
              <p:spPr>
                <a:xfrm>
                  <a:off x="4762821" y="1146720"/>
                  <a:ext cx="217217" cy="331395"/>
                </a:xfrm>
                <a:custGeom>
                  <a:avLst/>
                  <a:gdLst>
                    <a:gd name="connsiteX0" fmla="*/ 39595 w 217217"/>
                    <a:gd name="connsiteY0" fmla="*/ 0 h 331395"/>
                    <a:gd name="connsiteX1" fmla="*/ 217217 w 217217"/>
                    <a:gd name="connsiteY1" fmla="*/ 307651 h 331395"/>
                    <a:gd name="connsiteX2" fmla="*/ 178133 w 217217"/>
                    <a:gd name="connsiteY2" fmla="*/ 331395 h 331395"/>
                    <a:gd name="connsiteX3" fmla="*/ 0 w 217217"/>
                    <a:gd name="connsiteY3" fmla="*/ 22860 h 331395"/>
                    <a:gd name="connsiteX4" fmla="*/ 39595 w 217217"/>
                    <a:gd name="connsiteY4" fmla="*/ 0 h 331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5">
                      <a:moveTo>
                        <a:pt x="39595" y="0"/>
                      </a:moveTo>
                      <a:lnTo>
                        <a:pt x="217217" y="307651"/>
                      </a:lnTo>
                      <a:lnTo>
                        <a:pt x="178133" y="331395"/>
                      </a:lnTo>
                      <a:lnTo>
                        <a:pt x="0" y="22860"/>
                      </a:lnTo>
                      <a:lnTo>
                        <a:pt x="3959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" name="Freeform: Shape 271">
                  <a:extLst>
                    <a:ext uri="{FF2B5EF4-FFF2-40B4-BE49-F238E27FC236}">
                      <a16:creationId xmlns:a16="http://schemas.microsoft.com/office/drawing/2014/main" id="{858CB6EA-44C0-0A55-6CE6-449CCE0D6EF7}"/>
                    </a:ext>
                  </a:extLst>
                </p:cNvPr>
                <p:cNvSpPr/>
                <p:nvPr/>
              </p:nvSpPr>
              <p:spPr>
                <a:xfrm>
                  <a:off x="7197332" y="1146719"/>
                  <a:ext cx="215761" cy="328876"/>
                </a:xfrm>
                <a:custGeom>
                  <a:avLst/>
                  <a:gdLst>
                    <a:gd name="connsiteX0" fmla="*/ 176169 w 215761"/>
                    <a:gd name="connsiteY0" fmla="*/ 0 h 328876"/>
                    <a:gd name="connsiteX1" fmla="*/ 215761 w 215761"/>
                    <a:gd name="connsiteY1" fmla="*/ 22859 h 328876"/>
                    <a:gd name="connsiteX2" fmla="*/ 39082 w 215761"/>
                    <a:gd name="connsiteY2" fmla="*/ 328876 h 328876"/>
                    <a:gd name="connsiteX3" fmla="*/ 0 w 215761"/>
                    <a:gd name="connsiteY3" fmla="*/ 305133 h 328876"/>
                    <a:gd name="connsiteX4" fmla="*/ 176169 w 215761"/>
                    <a:gd name="connsiteY4" fmla="*/ 0 h 3288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1" h="328876">
                      <a:moveTo>
                        <a:pt x="176169" y="0"/>
                      </a:moveTo>
                      <a:lnTo>
                        <a:pt x="215761" y="22859"/>
                      </a:lnTo>
                      <a:lnTo>
                        <a:pt x="39082" y="328876"/>
                      </a:lnTo>
                      <a:lnTo>
                        <a:pt x="0" y="305133"/>
                      </a:lnTo>
                      <a:lnTo>
                        <a:pt x="17616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" name="Freeform: Shape 272">
                  <a:extLst>
                    <a:ext uri="{FF2B5EF4-FFF2-40B4-BE49-F238E27FC236}">
                      <a16:creationId xmlns:a16="http://schemas.microsoft.com/office/drawing/2014/main" id="{EDFA5859-BDF6-6137-6EFE-EA6603E20CC8}"/>
                    </a:ext>
                  </a:extLst>
                </p:cNvPr>
                <p:cNvSpPr/>
                <p:nvPr/>
              </p:nvSpPr>
              <p:spPr>
                <a:xfrm>
                  <a:off x="4225764" y="1556870"/>
                  <a:ext cx="283734" cy="283868"/>
                </a:xfrm>
                <a:custGeom>
                  <a:avLst/>
                  <a:gdLst>
                    <a:gd name="connsiteX0" fmla="*/ 32328 w 283734"/>
                    <a:gd name="connsiteY0" fmla="*/ 0 h 283868"/>
                    <a:gd name="connsiteX1" fmla="*/ 283734 w 283734"/>
                    <a:gd name="connsiteY1" fmla="*/ 251406 h 283868"/>
                    <a:gd name="connsiteX2" fmla="*/ 268266 w 283734"/>
                    <a:gd name="connsiteY2" fmla="*/ 265464 h 283868"/>
                    <a:gd name="connsiteX3" fmla="*/ 251540 w 283734"/>
                    <a:gd name="connsiteY3" fmla="*/ 283868 h 283868"/>
                    <a:gd name="connsiteX4" fmla="*/ 0 w 283734"/>
                    <a:gd name="connsiteY4" fmla="*/ 32328 h 283868"/>
                    <a:gd name="connsiteX5" fmla="*/ 32328 w 283734"/>
                    <a:gd name="connsiteY5" fmla="*/ 0 h 283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4" h="283868">
                      <a:moveTo>
                        <a:pt x="32328" y="0"/>
                      </a:moveTo>
                      <a:lnTo>
                        <a:pt x="283734" y="251406"/>
                      </a:lnTo>
                      <a:lnTo>
                        <a:pt x="268266" y="265464"/>
                      </a:lnTo>
                      <a:lnTo>
                        <a:pt x="251540" y="283868"/>
                      </a:lnTo>
                      <a:lnTo>
                        <a:pt x="0" y="32328"/>
                      </a:lnTo>
                      <a:lnTo>
                        <a:pt x="3232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" name="Freeform: Shape 273">
                  <a:extLst>
                    <a:ext uri="{FF2B5EF4-FFF2-40B4-BE49-F238E27FC236}">
                      <a16:creationId xmlns:a16="http://schemas.microsoft.com/office/drawing/2014/main" id="{D841C865-172A-007A-9F81-848A8FFC8223}"/>
                    </a:ext>
                  </a:extLst>
                </p:cNvPr>
                <p:cNvSpPr/>
                <p:nvPr/>
              </p:nvSpPr>
              <p:spPr>
                <a:xfrm>
                  <a:off x="7669082" y="1556870"/>
                  <a:ext cx="281068" cy="280936"/>
                </a:xfrm>
                <a:custGeom>
                  <a:avLst/>
                  <a:gdLst>
                    <a:gd name="connsiteX0" fmla="*/ 248740 w 281068"/>
                    <a:gd name="connsiteY0" fmla="*/ 0 h 280936"/>
                    <a:gd name="connsiteX1" fmla="*/ 281068 w 281068"/>
                    <a:gd name="connsiteY1" fmla="*/ 32329 h 280936"/>
                    <a:gd name="connsiteX2" fmla="*/ 32462 w 281068"/>
                    <a:gd name="connsiteY2" fmla="*/ 280936 h 280936"/>
                    <a:gd name="connsiteX3" fmla="*/ 18400 w 281068"/>
                    <a:gd name="connsiteY3" fmla="*/ 265464 h 280936"/>
                    <a:gd name="connsiteX4" fmla="*/ 0 w 281068"/>
                    <a:gd name="connsiteY4" fmla="*/ 248741 h 280936"/>
                    <a:gd name="connsiteX5" fmla="*/ 248740 w 281068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68" h="280936">
                      <a:moveTo>
                        <a:pt x="248740" y="0"/>
                      </a:moveTo>
                      <a:lnTo>
                        <a:pt x="281068" y="32329"/>
                      </a:lnTo>
                      <a:lnTo>
                        <a:pt x="32462" y="280936"/>
                      </a:lnTo>
                      <a:lnTo>
                        <a:pt x="18400" y="265464"/>
                      </a:lnTo>
                      <a:lnTo>
                        <a:pt x="0" y="248741"/>
                      </a:lnTo>
                      <a:lnTo>
                        <a:pt x="24874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" name="Freeform: Shape 274">
                  <a:extLst>
                    <a:ext uri="{FF2B5EF4-FFF2-40B4-BE49-F238E27FC236}">
                      <a16:creationId xmlns:a16="http://schemas.microsoft.com/office/drawing/2014/main" id="{36A79FC4-7C4A-27E7-25EA-E413FC9E27B3}"/>
                    </a:ext>
                  </a:extLst>
                </p:cNvPr>
                <p:cNvSpPr/>
                <p:nvPr/>
              </p:nvSpPr>
              <p:spPr>
                <a:xfrm>
                  <a:off x="3815614" y="2093927"/>
                  <a:ext cx="332209" cy="217687"/>
                </a:xfrm>
                <a:custGeom>
                  <a:avLst/>
                  <a:gdLst>
                    <a:gd name="connsiteX0" fmla="*/ 22860 w 332209"/>
                    <a:gd name="connsiteY0" fmla="*/ 0 h 217687"/>
                    <a:gd name="connsiteX1" fmla="*/ 332209 w 332209"/>
                    <a:gd name="connsiteY1" fmla="*/ 178603 h 217687"/>
                    <a:gd name="connsiteX2" fmla="*/ 308465 w 332209"/>
                    <a:gd name="connsiteY2" fmla="*/ 217687 h 217687"/>
                    <a:gd name="connsiteX3" fmla="*/ 0 w 332209"/>
                    <a:gd name="connsiteY3" fmla="*/ 39594 h 217687"/>
                    <a:gd name="connsiteX4" fmla="*/ 22860 w 332209"/>
                    <a:gd name="connsiteY4" fmla="*/ 0 h 2176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09" h="217687">
                      <a:moveTo>
                        <a:pt x="22860" y="0"/>
                      </a:moveTo>
                      <a:lnTo>
                        <a:pt x="332209" y="178603"/>
                      </a:lnTo>
                      <a:lnTo>
                        <a:pt x="308465" y="217687"/>
                      </a:lnTo>
                      <a:lnTo>
                        <a:pt x="0" y="39594"/>
                      </a:lnTo>
                      <a:lnTo>
                        <a:pt x="2286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" name="Freeform: Shape 275">
                  <a:extLst>
                    <a:ext uri="{FF2B5EF4-FFF2-40B4-BE49-F238E27FC236}">
                      <a16:creationId xmlns:a16="http://schemas.microsoft.com/office/drawing/2014/main" id="{0119E787-ABAB-6070-5B28-D21FA7479B84}"/>
                    </a:ext>
                  </a:extLst>
                </p:cNvPr>
                <p:cNvSpPr/>
                <p:nvPr/>
              </p:nvSpPr>
              <p:spPr>
                <a:xfrm>
                  <a:off x="8032238" y="2093927"/>
                  <a:ext cx="328063" cy="215292"/>
                </a:xfrm>
                <a:custGeom>
                  <a:avLst/>
                  <a:gdLst>
                    <a:gd name="connsiteX0" fmla="*/ 305203 w 328063"/>
                    <a:gd name="connsiteY0" fmla="*/ 0 h 215292"/>
                    <a:gd name="connsiteX1" fmla="*/ 328063 w 328063"/>
                    <a:gd name="connsiteY1" fmla="*/ 39593 h 215292"/>
                    <a:gd name="connsiteX2" fmla="*/ 23743 w 328063"/>
                    <a:gd name="connsiteY2" fmla="*/ 215292 h 215292"/>
                    <a:gd name="connsiteX3" fmla="*/ 0 w 328063"/>
                    <a:gd name="connsiteY3" fmla="*/ 176209 h 215292"/>
                    <a:gd name="connsiteX4" fmla="*/ 305203 w 328063"/>
                    <a:gd name="connsiteY4" fmla="*/ 0 h 215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3" h="215292">
                      <a:moveTo>
                        <a:pt x="305203" y="0"/>
                      </a:moveTo>
                      <a:lnTo>
                        <a:pt x="328063" y="39593"/>
                      </a:lnTo>
                      <a:lnTo>
                        <a:pt x="23743" y="215292"/>
                      </a:lnTo>
                      <a:lnTo>
                        <a:pt x="0" y="176209"/>
                      </a:lnTo>
                      <a:lnTo>
                        <a:pt x="30520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0" name="Freeform: Shape 276">
                  <a:extLst>
                    <a:ext uri="{FF2B5EF4-FFF2-40B4-BE49-F238E27FC236}">
                      <a16:creationId xmlns:a16="http://schemas.microsoft.com/office/drawing/2014/main" id="{404FF5DB-9D39-5B2B-0DE7-AD6C6E3EAE82}"/>
                    </a:ext>
                  </a:extLst>
                </p:cNvPr>
                <p:cNvSpPr/>
                <p:nvPr/>
              </p:nvSpPr>
              <p:spPr>
                <a:xfrm>
                  <a:off x="3560320" y="2721289"/>
                  <a:ext cx="356833" cy="136723"/>
                </a:xfrm>
                <a:custGeom>
                  <a:avLst/>
                  <a:gdLst>
                    <a:gd name="connsiteX0" fmla="*/ 11833 w 356833"/>
                    <a:gd name="connsiteY0" fmla="*/ 0 h 136723"/>
                    <a:gd name="connsiteX1" fmla="*/ 356833 w 356833"/>
                    <a:gd name="connsiteY1" fmla="*/ 92443 h 136723"/>
                    <a:gd name="connsiteX2" fmla="*/ 345447 w 356833"/>
                    <a:gd name="connsiteY2" fmla="*/ 136723 h 136723"/>
                    <a:gd name="connsiteX3" fmla="*/ 0 w 356833"/>
                    <a:gd name="connsiteY3" fmla="*/ 44161 h 136723"/>
                    <a:gd name="connsiteX4" fmla="*/ 11833 w 356833"/>
                    <a:gd name="connsiteY4" fmla="*/ 0 h 136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3" h="136723">
                      <a:moveTo>
                        <a:pt x="11833" y="0"/>
                      </a:moveTo>
                      <a:lnTo>
                        <a:pt x="356833" y="92443"/>
                      </a:lnTo>
                      <a:lnTo>
                        <a:pt x="345447" y="136723"/>
                      </a:lnTo>
                      <a:lnTo>
                        <a:pt x="0" y="44161"/>
                      </a:lnTo>
                      <a:lnTo>
                        <a:pt x="1183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1" name="Freeform: Shape 277">
                  <a:extLst>
                    <a:ext uri="{FF2B5EF4-FFF2-40B4-BE49-F238E27FC236}">
                      <a16:creationId xmlns:a16="http://schemas.microsoft.com/office/drawing/2014/main" id="{6BA160E2-9651-6F67-B5C7-E2A9BCD01DD9}"/>
                    </a:ext>
                  </a:extLst>
                </p:cNvPr>
                <p:cNvSpPr/>
                <p:nvPr/>
              </p:nvSpPr>
              <p:spPr>
                <a:xfrm>
                  <a:off x="8264000" y="2721289"/>
                  <a:ext cx="351595" cy="135321"/>
                </a:xfrm>
                <a:custGeom>
                  <a:avLst/>
                  <a:gdLst>
                    <a:gd name="connsiteX0" fmla="*/ 339761 w 351595"/>
                    <a:gd name="connsiteY0" fmla="*/ 0 h 135321"/>
                    <a:gd name="connsiteX1" fmla="*/ 351595 w 351595"/>
                    <a:gd name="connsiteY1" fmla="*/ 44162 h 135321"/>
                    <a:gd name="connsiteX2" fmla="*/ 11386 w 351595"/>
                    <a:gd name="connsiteY2" fmla="*/ 135321 h 135321"/>
                    <a:gd name="connsiteX3" fmla="*/ 0 w 351595"/>
                    <a:gd name="connsiteY3" fmla="*/ 91039 h 135321"/>
                    <a:gd name="connsiteX4" fmla="*/ 339761 w 351595"/>
                    <a:gd name="connsiteY4" fmla="*/ 0 h 135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1">
                      <a:moveTo>
                        <a:pt x="339761" y="0"/>
                      </a:moveTo>
                      <a:lnTo>
                        <a:pt x="351595" y="44162"/>
                      </a:lnTo>
                      <a:lnTo>
                        <a:pt x="11386" y="135321"/>
                      </a:lnTo>
                      <a:lnTo>
                        <a:pt x="0" y="91039"/>
                      </a:lnTo>
                      <a:lnTo>
                        <a:pt x="3397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2" name="Freeform: Shape 278">
                  <a:extLst>
                    <a:ext uri="{FF2B5EF4-FFF2-40B4-BE49-F238E27FC236}">
                      <a16:creationId xmlns:a16="http://schemas.microsoft.com/office/drawing/2014/main" id="{F1913F02-130A-04EC-68BC-914A8E4BE81F}"/>
                    </a:ext>
                  </a:extLst>
                </p:cNvPr>
                <p:cNvSpPr/>
                <p:nvPr/>
              </p:nvSpPr>
              <p:spPr>
                <a:xfrm>
                  <a:off x="3477279" y="3396204"/>
                  <a:ext cx="356521" cy="45719"/>
                </a:xfrm>
                <a:custGeom>
                  <a:avLst/>
                  <a:gdLst>
                    <a:gd name="connsiteX0" fmla="*/ 356520 w 356521"/>
                    <a:gd name="connsiteY0" fmla="*/ 0 h 45719"/>
                    <a:gd name="connsiteX1" fmla="*/ 355366 w 356521"/>
                    <a:gd name="connsiteY1" fmla="*/ 22857 h 45719"/>
                    <a:gd name="connsiteX2" fmla="*/ 356521 w 356521"/>
                    <a:gd name="connsiteY2" fmla="*/ 45719 h 45719"/>
                    <a:gd name="connsiteX3" fmla="*/ 1 w 356521"/>
                    <a:gd name="connsiteY3" fmla="*/ 45719 h 45719"/>
                    <a:gd name="connsiteX4" fmla="*/ 0 w 356521"/>
                    <a:gd name="connsiteY4" fmla="*/ 0 h 45719"/>
                    <a:gd name="connsiteX5" fmla="*/ 356520 w 356521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6521" h="45719">
                      <a:moveTo>
                        <a:pt x="356520" y="0"/>
                      </a:moveTo>
                      <a:lnTo>
                        <a:pt x="355366" y="22857"/>
                      </a:lnTo>
                      <a:lnTo>
                        <a:pt x="356521" y="45719"/>
                      </a:lnTo>
                      <a:lnTo>
                        <a:pt x="1" y="45719"/>
                      </a:lnTo>
                      <a:lnTo>
                        <a:pt x="0" y="0"/>
                      </a:lnTo>
                      <a:lnTo>
                        <a:pt x="35652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3" name="Freeform: Shape 279">
                  <a:extLst>
                    <a:ext uri="{FF2B5EF4-FFF2-40B4-BE49-F238E27FC236}">
                      <a16:creationId xmlns:a16="http://schemas.microsoft.com/office/drawing/2014/main" id="{FDB2F439-68A6-82C2-AE62-BF09D3147E4B}"/>
                    </a:ext>
                  </a:extLst>
                </p:cNvPr>
                <p:cNvSpPr/>
                <p:nvPr/>
              </p:nvSpPr>
              <p:spPr>
                <a:xfrm>
                  <a:off x="8347714" y="3396204"/>
                  <a:ext cx="350920" cy="45719"/>
                </a:xfrm>
                <a:custGeom>
                  <a:avLst/>
                  <a:gdLst>
                    <a:gd name="connsiteX0" fmla="*/ 0 w 350920"/>
                    <a:gd name="connsiteY0" fmla="*/ 0 h 45719"/>
                    <a:gd name="connsiteX1" fmla="*/ 350920 w 350920"/>
                    <a:gd name="connsiteY1" fmla="*/ 0 h 45719"/>
                    <a:gd name="connsiteX2" fmla="*/ 350920 w 350920"/>
                    <a:gd name="connsiteY2" fmla="*/ 45719 h 45719"/>
                    <a:gd name="connsiteX3" fmla="*/ 0 w 350920"/>
                    <a:gd name="connsiteY3" fmla="*/ 45719 h 45719"/>
                    <a:gd name="connsiteX4" fmla="*/ 1154 w 350920"/>
                    <a:gd name="connsiteY4" fmla="*/ 22857 h 45719"/>
                    <a:gd name="connsiteX5" fmla="*/ 0 w 350920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0920" h="45719">
                      <a:moveTo>
                        <a:pt x="0" y="0"/>
                      </a:moveTo>
                      <a:lnTo>
                        <a:pt x="350920" y="0"/>
                      </a:lnTo>
                      <a:lnTo>
                        <a:pt x="350920" y="45719"/>
                      </a:lnTo>
                      <a:lnTo>
                        <a:pt x="0" y="45719"/>
                      </a:lnTo>
                      <a:lnTo>
                        <a:pt x="1154" y="2285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4" name="Freeform: Shape 280">
                  <a:extLst>
                    <a:ext uri="{FF2B5EF4-FFF2-40B4-BE49-F238E27FC236}">
                      <a16:creationId xmlns:a16="http://schemas.microsoft.com/office/drawing/2014/main" id="{686DDCFF-494C-4D47-09EE-A6E9B4628776}"/>
                    </a:ext>
                  </a:extLst>
                </p:cNvPr>
                <p:cNvSpPr/>
                <p:nvPr/>
              </p:nvSpPr>
              <p:spPr>
                <a:xfrm>
                  <a:off x="3560319" y="3980112"/>
                  <a:ext cx="356835" cy="136724"/>
                </a:xfrm>
                <a:custGeom>
                  <a:avLst/>
                  <a:gdLst>
                    <a:gd name="connsiteX0" fmla="*/ 345449 w 356835"/>
                    <a:gd name="connsiteY0" fmla="*/ 0 h 136724"/>
                    <a:gd name="connsiteX1" fmla="*/ 356835 w 356835"/>
                    <a:gd name="connsiteY1" fmla="*/ 44281 h 136724"/>
                    <a:gd name="connsiteX2" fmla="*/ 11833 w 356835"/>
                    <a:gd name="connsiteY2" fmla="*/ 136724 h 136724"/>
                    <a:gd name="connsiteX3" fmla="*/ 0 w 356835"/>
                    <a:gd name="connsiteY3" fmla="*/ 92563 h 136724"/>
                    <a:gd name="connsiteX4" fmla="*/ 345449 w 356835"/>
                    <a:gd name="connsiteY4" fmla="*/ 0 h 136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5" h="136724">
                      <a:moveTo>
                        <a:pt x="345449" y="0"/>
                      </a:moveTo>
                      <a:lnTo>
                        <a:pt x="356835" y="44281"/>
                      </a:lnTo>
                      <a:lnTo>
                        <a:pt x="11833" y="136724"/>
                      </a:lnTo>
                      <a:lnTo>
                        <a:pt x="0" y="92563"/>
                      </a:lnTo>
                      <a:lnTo>
                        <a:pt x="34544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" name="Freeform: Shape 281">
                  <a:extLst>
                    <a:ext uri="{FF2B5EF4-FFF2-40B4-BE49-F238E27FC236}">
                      <a16:creationId xmlns:a16="http://schemas.microsoft.com/office/drawing/2014/main" id="{9A58E689-3453-642D-DE22-B525CD5938D4}"/>
                    </a:ext>
                  </a:extLst>
                </p:cNvPr>
                <p:cNvSpPr/>
                <p:nvPr/>
              </p:nvSpPr>
              <p:spPr>
                <a:xfrm>
                  <a:off x="8264000" y="3981516"/>
                  <a:ext cx="351595" cy="135320"/>
                </a:xfrm>
                <a:custGeom>
                  <a:avLst/>
                  <a:gdLst>
                    <a:gd name="connsiteX0" fmla="*/ 11385 w 351595"/>
                    <a:gd name="connsiteY0" fmla="*/ 0 h 135320"/>
                    <a:gd name="connsiteX1" fmla="*/ 351595 w 351595"/>
                    <a:gd name="connsiteY1" fmla="*/ 91159 h 135320"/>
                    <a:gd name="connsiteX2" fmla="*/ 339762 w 351595"/>
                    <a:gd name="connsiteY2" fmla="*/ 135320 h 135320"/>
                    <a:gd name="connsiteX3" fmla="*/ 0 w 351595"/>
                    <a:gd name="connsiteY3" fmla="*/ 44281 h 135320"/>
                    <a:gd name="connsiteX4" fmla="*/ 11385 w 351595"/>
                    <a:gd name="connsiteY4" fmla="*/ 0 h 135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0">
                      <a:moveTo>
                        <a:pt x="11385" y="0"/>
                      </a:moveTo>
                      <a:lnTo>
                        <a:pt x="351595" y="91159"/>
                      </a:lnTo>
                      <a:lnTo>
                        <a:pt x="339762" y="135320"/>
                      </a:lnTo>
                      <a:lnTo>
                        <a:pt x="0" y="44281"/>
                      </a:lnTo>
                      <a:lnTo>
                        <a:pt x="1138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" name="Freeform: Shape 282">
                  <a:extLst>
                    <a:ext uri="{FF2B5EF4-FFF2-40B4-BE49-F238E27FC236}">
                      <a16:creationId xmlns:a16="http://schemas.microsoft.com/office/drawing/2014/main" id="{2FBDDB41-58BF-9C36-442E-532FD00184C9}"/>
                    </a:ext>
                  </a:extLst>
                </p:cNvPr>
                <p:cNvSpPr/>
                <p:nvPr/>
              </p:nvSpPr>
              <p:spPr>
                <a:xfrm>
                  <a:off x="3815614" y="4526511"/>
                  <a:ext cx="332211" cy="217688"/>
                </a:xfrm>
                <a:custGeom>
                  <a:avLst/>
                  <a:gdLst>
                    <a:gd name="connsiteX0" fmla="*/ 308467 w 332211"/>
                    <a:gd name="connsiteY0" fmla="*/ 0 h 217688"/>
                    <a:gd name="connsiteX1" fmla="*/ 332211 w 332211"/>
                    <a:gd name="connsiteY1" fmla="*/ 39084 h 217688"/>
                    <a:gd name="connsiteX2" fmla="*/ 22860 w 332211"/>
                    <a:gd name="connsiteY2" fmla="*/ 217688 h 217688"/>
                    <a:gd name="connsiteX3" fmla="*/ 0 w 332211"/>
                    <a:gd name="connsiteY3" fmla="*/ 178093 h 217688"/>
                    <a:gd name="connsiteX4" fmla="*/ 308467 w 332211"/>
                    <a:gd name="connsiteY4" fmla="*/ 0 h 217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11" h="217688">
                      <a:moveTo>
                        <a:pt x="308467" y="0"/>
                      </a:moveTo>
                      <a:lnTo>
                        <a:pt x="332211" y="39084"/>
                      </a:lnTo>
                      <a:lnTo>
                        <a:pt x="22860" y="217688"/>
                      </a:lnTo>
                      <a:lnTo>
                        <a:pt x="0" y="178093"/>
                      </a:lnTo>
                      <a:lnTo>
                        <a:pt x="30846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" name="Freeform: Shape 283">
                  <a:extLst>
                    <a:ext uri="{FF2B5EF4-FFF2-40B4-BE49-F238E27FC236}">
                      <a16:creationId xmlns:a16="http://schemas.microsoft.com/office/drawing/2014/main" id="{3D8C6AB0-999C-711B-805E-87B2926259E0}"/>
                    </a:ext>
                  </a:extLst>
                </p:cNvPr>
                <p:cNvSpPr/>
                <p:nvPr/>
              </p:nvSpPr>
              <p:spPr>
                <a:xfrm>
                  <a:off x="8032234" y="4528904"/>
                  <a:ext cx="328066" cy="215294"/>
                </a:xfrm>
                <a:custGeom>
                  <a:avLst/>
                  <a:gdLst>
                    <a:gd name="connsiteX0" fmla="*/ 23744 w 328066"/>
                    <a:gd name="connsiteY0" fmla="*/ 0 h 215294"/>
                    <a:gd name="connsiteX1" fmla="*/ 328066 w 328066"/>
                    <a:gd name="connsiteY1" fmla="*/ 175700 h 215294"/>
                    <a:gd name="connsiteX2" fmla="*/ 305206 w 328066"/>
                    <a:gd name="connsiteY2" fmla="*/ 215294 h 215294"/>
                    <a:gd name="connsiteX3" fmla="*/ 0 w 328066"/>
                    <a:gd name="connsiteY3" fmla="*/ 39084 h 215294"/>
                    <a:gd name="connsiteX4" fmla="*/ 23744 w 328066"/>
                    <a:gd name="connsiteY4" fmla="*/ 0 h 215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6" h="215294">
                      <a:moveTo>
                        <a:pt x="23744" y="0"/>
                      </a:moveTo>
                      <a:lnTo>
                        <a:pt x="328066" y="175700"/>
                      </a:lnTo>
                      <a:lnTo>
                        <a:pt x="305206" y="215294"/>
                      </a:lnTo>
                      <a:lnTo>
                        <a:pt x="0" y="39084"/>
                      </a:lnTo>
                      <a:lnTo>
                        <a:pt x="2374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8" name="Freeform: Shape 284">
                  <a:extLst>
                    <a:ext uri="{FF2B5EF4-FFF2-40B4-BE49-F238E27FC236}">
                      <a16:creationId xmlns:a16="http://schemas.microsoft.com/office/drawing/2014/main" id="{0B87D846-1DAB-51CA-943A-47719BA89167}"/>
                    </a:ext>
                  </a:extLst>
                </p:cNvPr>
                <p:cNvSpPr/>
                <p:nvPr/>
              </p:nvSpPr>
              <p:spPr>
                <a:xfrm>
                  <a:off x="4225765" y="4997386"/>
                  <a:ext cx="283736" cy="283869"/>
                </a:xfrm>
                <a:custGeom>
                  <a:avLst/>
                  <a:gdLst>
                    <a:gd name="connsiteX0" fmla="*/ 251541 w 283736"/>
                    <a:gd name="connsiteY0" fmla="*/ 0 h 283869"/>
                    <a:gd name="connsiteX1" fmla="*/ 268265 w 283736"/>
                    <a:gd name="connsiteY1" fmla="*/ 18401 h 283869"/>
                    <a:gd name="connsiteX2" fmla="*/ 283736 w 283736"/>
                    <a:gd name="connsiteY2" fmla="*/ 32462 h 283869"/>
                    <a:gd name="connsiteX3" fmla="*/ 32328 w 283736"/>
                    <a:gd name="connsiteY3" fmla="*/ 283869 h 283869"/>
                    <a:gd name="connsiteX4" fmla="*/ 0 w 283736"/>
                    <a:gd name="connsiteY4" fmla="*/ 251541 h 283869"/>
                    <a:gd name="connsiteX5" fmla="*/ 251541 w 283736"/>
                    <a:gd name="connsiteY5" fmla="*/ 0 h 283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6" h="283869">
                      <a:moveTo>
                        <a:pt x="251541" y="0"/>
                      </a:moveTo>
                      <a:lnTo>
                        <a:pt x="268265" y="18401"/>
                      </a:lnTo>
                      <a:lnTo>
                        <a:pt x="283736" y="32462"/>
                      </a:lnTo>
                      <a:lnTo>
                        <a:pt x="32328" y="283869"/>
                      </a:lnTo>
                      <a:lnTo>
                        <a:pt x="0" y="251541"/>
                      </a:lnTo>
                      <a:lnTo>
                        <a:pt x="25154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9" name="Freeform: Shape 285">
                  <a:extLst>
                    <a:ext uri="{FF2B5EF4-FFF2-40B4-BE49-F238E27FC236}">
                      <a16:creationId xmlns:a16="http://schemas.microsoft.com/office/drawing/2014/main" id="{1E16C391-81F9-7B80-DD54-BD860995D142}"/>
                    </a:ext>
                  </a:extLst>
                </p:cNvPr>
                <p:cNvSpPr/>
                <p:nvPr/>
              </p:nvSpPr>
              <p:spPr>
                <a:xfrm>
                  <a:off x="7669079" y="5000318"/>
                  <a:ext cx="281070" cy="280936"/>
                </a:xfrm>
                <a:custGeom>
                  <a:avLst/>
                  <a:gdLst>
                    <a:gd name="connsiteX0" fmla="*/ 32462 w 281070"/>
                    <a:gd name="connsiteY0" fmla="*/ 0 h 280936"/>
                    <a:gd name="connsiteX1" fmla="*/ 281070 w 281070"/>
                    <a:gd name="connsiteY1" fmla="*/ 248608 h 280936"/>
                    <a:gd name="connsiteX2" fmla="*/ 248742 w 281070"/>
                    <a:gd name="connsiteY2" fmla="*/ 280936 h 280936"/>
                    <a:gd name="connsiteX3" fmla="*/ 0 w 281070"/>
                    <a:gd name="connsiteY3" fmla="*/ 32194 h 280936"/>
                    <a:gd name="connsiteX4" fmla="*/ 18403 w 281070"/>
                    <a:gd name="connsiteY4" fmla="*/ 15468 h 280936"/>
                    <a:gd name="connsiteX5" fmla="*/ 32462 w 281070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70" h="280936">
                      <a:moveTo>
                        <a:pt x="32462" y="0"/>
                      </a:moveTo>
                      <a:lnTo>
                        <a:pt x="281070" y="248608"/>
                      </a:lnTo>
                      <a:lnTo>
                        <a:pt x="248742" y="280936"/>
                      </a:lnTo>
                      <a:lnTo>
                        <a:pt x="0" y="32194"/>
                      </a:lnTo>
                      <a:lnTo>
                        <a:pt x="18403" y="15468"/>
                      </a:lnTo>
                      <a:lnTo>
                        <a:pt x="3246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0" name="Freeform: Shape 286">
                  <a:extLst>
                    <a:ext uri="{FF2B5EF4-FFF2-40B4-BE49-F238E27FC236}">
                      <a16:creationId xmlns:a16="http://schemas.microsoft.com/office/drawing/2014/main" id="{E42D3DFC-7E36-F788-F37E-36085A06C492}"/>
                    </a:ext>
                  </a:extLst>
                </p:cNvPr>
                <p:cNvSpPr/>
                <p:nvPr/>
              </p:nvSpPr>
              <p:spPr>
                <a:xfrm>
                  <a:off x="4762823" y="5360009"/>
                  <a:ext cx="217217" cy="331397"/>
                </a:xfrm>
                <a:custGeom>
                  <a:avLst/>
                  <a:gdLst>
                    <a:gd name="connsiteX0" fmla="*/ 178134 w 217217"/>
                    <a:gd name="connsiteY0" fmla="*/ 0 h 331397"/>
                    <a:gd name="connsiteX1" fmla="*/ 217217 w 217217"/>
                    <a:gd name="connsiteY1" fmla="*/ 23744 h 331397"/>
                    <a:gd name="connsiteX2" fmla="*/ 39593 w 217217"/>
                    <a:gd name="connsiteY2" fmla="*/ 331397 h 331397"/>
                    <a:gd name="connsiteX3" fmla="*/ 0 w 217217"/>
                    <a:gd name="connsiteY3" fmla="*/ 308537 h 331397"/>
                    <a:gd name="connsiteX4" fmla="*/ 178134 w 217217"/>
                    <a:gd name="connsiteY4" fmla="*/ 0 h 331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7">
                      <a:moveTo>
                        <a:pt x="178134" y="0"/>
                      </a:moveTo>
                      <a:lnTo>
                        <a:pt x="217217" y="23744"/>
                      </a:lnTo>
                      <a:lnTo>
                        <a:pt x="39593" y="331397"/>
                      </a:lnTo>
                      <a:lnTo>
                        <a:pt x="0" y="308537"/>
                      </a:lnTo>
                      <a:lnTo>
                        <a:pt x="17813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" name="Freeform: Shape 287">
                  <a:extLst>
                    <a:ext uri="{FF2B5EF4-FFF2-40B4-BE49-F238E27FC236}">
                      <a16:creationId xmlns:a16="http://schemas.microsoft.com/office/drawing/2014/main" id="{56E640CA-2B48-FE51-006D-5C84E65C631B}"/>
                    </a:ext>
                  </a:extLst>
                </p:cNvPr>
                <p:cNvSpPr/>
                <p:nvPr/>
              </p:nvSpPr>
              <p:spPr>
                <a:xfrm>
                  <a:off x="7197328" y="5362526"/>
                  <a:ext cx="215764" cy="328878"/>
                </a:xfrm>
                <a:custGeom>
                  <a:avLst/>
                  <a:gdLst>
                    <a:gd name="connsiteX0" fmla="*/ 39084 w 215764"/>
                    <a:gd name="connsiteY0" fmla="*/ 0 h 328878"/>
                    <a:gd name="connsiteX1" fmla="*/ 215764 w 215764"/>
                    <a:gd name="connsiteY1" fmla="*/ 306019 h 328878"/>
                    <a:gd name="connsiteX2" fmla="*/ 176170 w 215764"/>
                    <a:gd name="connsiteY2" fmla="*/ 328878 h 328878"/>
                    <a:gd name="connsiteX3" fmla="*/ 0 w 215764"/>
                    <a:gd name="connsiteY3" fmla="*/ 23744 h 328878"/>
                    <a:gd name="connsiteX4" fmla="*/ 39084 w 215764"/>
                    <a:gd name="connsiteY4" fmla="*/ 0 h 3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4" h="328878">
                      <a:moveTo>
                        <a:pt x="39084" y="0"/>
                      </a:moveTo>
                      <a:lnTo>
                        <a:pt x="215764" y="306019"/>
                      </a:lnTo>
                      <a:lnTo>
                        <a:pt x="176170" y="328878"/>
                      </a:lnTo>
                      <a:lnTo>
                        <a:pt x="0" y="23744"/>
                      </a:lnTo>
                      <a:lnTo>
                        <a:pt x="3908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2" name="Freeform: Shape 288">
                  <a:extLst>
                    <a:ext uri="{FF2B5EF4-FFF2-40B4-BE49-F238E27FC236}">
                      <a16:creationId xmlns:a16="http://schemas.microsoft.com/office/drawing/2014/main" id="{ED65AA64-BC04-B857-0022-6B9AC7617E23}"/>
                    </a:ext>
                  </a:extLst>
                </p:cNvPr>
                <p:cNvSpPr/>
                <p:nvPr/>
              </p:nvSpPr>
              <p:spPr>
                <a:xfrm>
                  <a:off x="5390184" y="5591812"/>
                  <a:ext cx="136202" cy="354889"/>
                </a:xfrm>
                <a:custGeom>
                  <a:avLst/>
                  <a:gdLst>
                    <a:gd name="connsiteX0" fmla="*/ 91922 w 136202"/>
                    <a:gd name="connsiteY0" fmla="*/ 0 h 354889"/>
                    <a:gd name="connsiteX1" fmla="*/ 136202 w 136202"/>
                    <a:gd name="connsiteY1" fmla="*/ 11385 h 354889"/>
                    <a:gd name="connsiteX2" fmla="*/ 44161 w 136202"/>
                    <a:gd name="connsiteY2" fmla="*/ 354889 h 354889"/>
                    <a:gd name="connsiteX3" fmla="*/ 0 w 136202"/>
                    <a:gd name="connsiteY3" fmla="*/ 343056 h 354889"/>
                    <a:gd name="connsiteX4" fmla="*/ 91922 w 136202"/>
                    <a:gd name="connsiteY4" fmla="*/ 0 h 354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9">
                      <a:moveTo>
                        <a:pt x="91922" y="0"/>
                      </a:moveTo>
                      <a:lnTo>
                        <a:pt x="136202" y="11385"/>
                      </a:lnTo>
                      <a:lnTo>
                        <a:pt x="44161" y="354889"/>
                      </a:lnTo>
                      <a:lnTo>
                        <a:pt x="0" y="343056"/>
                      </a:lnTo>
                      <a:lnTo>
                        <a:pt x="9192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3" name="Freeform: Shape 289">
                  <a:extLst>
                    <a:ext uri="{FF2B5EF4-FFF2-40B4-BE49-F238E27FC236}">
                      <a16:creationId xmlns:a16="http://schemas.microsoft.com/office/drawing/2014/main" id="{F508C6E1-7174-7C09-2B09-00100D3CD72C}"/>
                    </a:ext>
                  </a:extLst>
                </p:cNvPr>
                <p:cNvSpPr/>
                <p:nvPr/>
              </p:nvSpPr>
              <p:spPr>
                <a:xfrm>
                  <a:off x="6649888" y="5593157"/>
                  <a:ext cx="135842" cy="353542"/>
                </a:xfrm>
                <a:custGeom>
                  <a:avLst/>
                  <a:gdLst>
                    <a:gd name="connsiteX0" fmla="*/ 44281 w 135842"/>
                    <a:gd name="connsiteY0" fmla="*/ 0 h 353542"/>
                    <a:gd name="connsiteX1" fmla="*/ 135842 w 135842"/>
                    <a:gd name="connsiteY1" fmla="*/ 341709 h 353542"/>
                    <a:gd name="connsiteX2" fmla="*/ 91681 w 135842"/>
                    <a:gd name="connsiteY2" fmla="*/ 353542 h 353542"/>
                    <a:gd name="connsiteX3" fmla="*/ 0 w 135842"/>
                    <a:gd name="connsiteY3" fmla="*/ 11386 h 353542"/>
                    <a:gd name="connsiteX4" fmla="*/ 44281 w 135842"/>
                    <a:gd name="connsiteY4" fmla="*/ 0 h 353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2" h="353542">
                      <a:moveTo>
                        <a:pt x="44281" y="0"/>
                      </a:moveTo>
                      <a:lnTo>
                        <a:pt x="135842" y="341709"/>
                      </a:lnTo>
                      <a:lnTo>
                        <a:pt x="91681" y="353542"/>
                      </a:lnTo>
                      <a:lnTo>
                        <a:pt x="0" y="11386"/>
                      </a:lnTo>
                      <a:lnTo>
                        <a:pt x="4428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4" name="Freeform: Shape 290">
                  <a:extLst>
                    <a:ext uri="{FF2B5EF4-FFF2-40B4-BE49-F238E27FC236}">
                      <a16:creationId xmlns:a16="http://schemas.microsoft.com/office/drawing/2014/main" id="{DA803EE6-56CB-B0B9-3E90-76A2951F783B}"/>
                    </a:ext>
                  </a:extLst>
                </p:cNvPr>
                <p:cNvSpPr/>
                <p:nvPr/>
              </p:nvSpPr>
              <p:spPr>
                <a:xfrm>
                  <a:off x="6065099" y="5675878"/>
                  <a:ext cx="45719" cy="353863"/>
                </a:xfrm>
                <a:custGeom>
                  <a:avLst/>
                  <a:gdLst>
                    <a:gd name="connsiteX0" fmla="*/ 0 w 45719"/>
                    <a:gd name="connsiteY0" fmla="*/ 0 h 353863"/>
                    <a:gd name="connsiteX1" fmla="*/ 25658 w 45719"/>
                    <a:gd name="connsiteY1" fmla="*/ 1295 h 353863"/>
                    <a:gd name="connsiteX2" fmla="*/ 45719 w 45719"/>
                    <a:gd name="connsiteY2" fmla="*/ 282 h 353863"/>
                    <a:gd name="connsiteX3" fmla="*/ 45719 w 45719"/>
                    <a:gd name="connsiteY3" fmla="*/ 353863 h 353863"/>
                    <a:gd name="connsiteX4" fmla="*/ 0 w 45719"/>
                    <a:gd name="connsiteY4" fmla="*/ 353863 h 353863"/>
                    <a:gd name="connsiteX5" fmla="*/ 0 w 45719"/>
                    <a:gd name="connsiteY5" fmla="*/ 0 h 353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9" h="353863">
                      <a:moveTo>
                        <a:pt x="0" y="0"/>
                      </a:moveTo>
                      <a:lnTo>
                        <a:pt x="25658" y="1295"/>
                      </a:lnTo>
                      <a:lnTo>
                        <a:pt x="45719" y="282"/>
                      </a:lnTo>
                      <a:lnTo>
                        <a:pt x="45719" y="353863"/>
                      </a:lnTo>
                      <a:lnTo>
                        <a:pt x="0" y="3538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67" name="Circle: Hollow 263">
              <a:extLst>
                <a:ext uri="{FF2B5EF4-FFF2-40B4-BE49-F238E27FC236}">
                  <a16:creationId xmlns:a16="http://schemas.microsoft.com/office/drawing/2014/main" id="{8B9D01B2-4A7C-4612-2EBC-FF4F72C2D4D1}"/>
                </a:ext>
              </a:extLst>
            </p:cNvPr>
            <p:cNvSpPr/>
            <p:nvPr/>
          </p:nvSpPr>
          <p:spPr>
            <a:xfrm>
              <a:off x="2536424" y="967127"/>
              <a:ext cx="4877362" cy="4877362"/>
            </a:xfrm>
            <a:prstGeom prst="donut">
              <a:avLst>
                <a:gd name="adj" fmla="val 120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  <p:sp>
          <p:nvSpPr>
            <p:cNvPr id="68" name="Circle: Hollow 264">
              <a:extLst>
                <a:ext uri="{FF2B5EF4-FFF2-40B4-BE49-F238E27FC236}">
                  <a16:creationId xmlns:a16="http://schemas.microsoft.com/office/drawing/2014/main" id="{B4C335E9-73A1-0A5B-77EE-94E99DF46209}"/>
                </a:ext>
              </a:extLst>
            </p:cNvPr>
            <p:cNvSpPr/>
            <p:nvPr/>
          </p:nvSpPr>
          <p:spPr>
            <a:xfrm>
              <a:off x="2215784" y="646487"/>
              <a:ext cx="5518642" cy="5518642"/>
            </a:xfrm>
            <a:prstGeom prst="donut">
              <a:avLst>
                <a:gd name="adj" fmla="val 6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567BB7AF-B086-181F-3509-7630D06D0B72}"/>
              </a:ext>
            </a:extLst>
          </p:cNvPr>
          <p:cNvSpPr/>
          <p:nvPr/>
        </p:nvSpPr>
        <p:spPr>
          <a:xfrm>
            <a:off x="5673201" y="5515068"/>
            <a:ext cx="1354176" cy="400110"/>
          </a:xfrm>
          <a:prstGeom prst="roundRect">
            <a:avLst>
              <a:gd name="adj" fmla="val 50000"/>
            </a:avLst>
          </a:prstGeom>
          <a:solidFill>
            <a:srgbClr val="FF99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1928173A-494D-6E24-FAC6-B85753B780BB}"/>
              </a:ext>
            </a:extLst>
          </p:cNvPr>
          <p:cNvSpPr/>
          <p:nvPr/>
        </p:nvSpPr>
        <p:spPr>
          <a:xfrm>
            <a:off x="7162898" y="5513356"/>
            <a:ext cx="1564541" cy="400110"/>
          </a:xfrm>
          <a:prstGeom prst="roundRect">
            <a:avLst>
              <a:gd name="adj" fmla="val 50000"/>
            </a:avLst>
          </a:prstGeom>
          <a:solidFill>
            <a:srgbClr val="FF99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4578FE35-86D2-1E77-1FC7-CE4472211620}"/>
              </a:ext>
            </a:extLst>
          </p:cNvPr>
          <p:cNvSpPr/>
          <p:nvPr/>
        </p:nvSpPr>
        <p:spPr>
          <a:xfrm>
            <a:off x="8847737" y="5513322"/>
            <a:ext cx="1429103" cy="400110"/>
          </a:xfrm>
          <a:prstGeom prst="roundRect">
            <a:avLst>
              <a:gd name="adj" fmla="val 50000"/>
            </a:avLst>
          </a:prstGeom>
          <a:solidFill>
            <a:srgbClr val="FF99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5196D789-25A6-8C36-FFEC-63C7A91DE3A5}"/>
              </a:ext>
            </a:extLst>
          </p:cNvPr>
          <p:cNvSpPr/>
          <p:nvPr/>
        </p:nvSpPr>
        <p:spPr>
          <a:xfrm>
            <a:off x="10393091" y="5513322"/>
            <a:ext cx="1278209" cy="400110"/>
          </a:xfrm>
          <a:prstGeom prst="roundRect">
            <a:avLst>
              <a:gd name="adj" fmla="val 50000"/>
            </a:avLst>
          </a:prstGeom>
          <a:solidFill>
            <a:srgbClr val="FF99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95293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4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8" dur="40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1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1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0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1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2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1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4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5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6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1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8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9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0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 animBg="1"/>
      <p:bldP spid="119" grpId="1" animBg="1"/>
      <p:bldP spid="119" grpId="2" animBg="1"/>
      <p:bldP spid="120" grpId="0" animBg="1"/>
      <p:bldP spid="120" grpId="1" animBg="1"/>
      <p:bldP spid="120" grpId="2" animBg="1"/>
      <p:bldP spid="121" grpId="0" animBg="1"/>
      <p:bldP spid="121" grpId="1" animBg="1"/>
      <p:bldP spid="121" grpId="2" animBg="1"/>
      <p:bldP spid="122" grpId="0" animBg="1"/>
      <p:bldP spid="122" grpId="1" animBg="1"/>
      <p:bldP spid="122" grpId="2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AA1EA3-DA0D-36A4-3C4B-E583CA58DF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EBEA0B5-2F2F-2E56-4983-5861FDBAA8E3}"/>
              </a:ext>
            </a:extLst>
          </p:cNvPr>
          <p:cNvSpPr/>
          <p:nvPr/>
        </p:nvSpPr>
        <p:spPr>
          <a:xfrm>
            <a:off x="358140" y="1950720"/>
            <a:ext cx="2522220" cy="3550920"/>
          </a:xfrm>
          <a:prstGeom prst="roundRect">
            <a:avLst>
              <a:gd name="adj" fmla="val 7798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01F545A-3BCF-8887-4355-D025A82825C4}"/>
              </a:ext>
            </a:extLst>
          </p:cNvPr>
          <p:cNvSpPr/>
          <p:nvPr/>
        </p:nvSpPr>
        <p:spPr>
          <a:xfrm>
            <a:off x="3307078" y="1950720"/>
            <a:ext cx="2506981" cy="3550920"/>
          </a:xfrm>
          <a:prstGeom prst="roundRect">
            <a:avLst>
              <a:gd name="adj" fmla="val 7798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459A354-CC76-D33D-50FC-89521DC7CC14}"/>
              </a:ext>
            </a:extLst>
          </p:cNvPr>
          <p:cNvSpPr/>
          <p:nvPr/>
        </p:nvSpPr>
        <p:spPr>
          <a:xfrm>
            <a:off x="6286500" y="1950720"/>
            <a:ext cx="2438401" cy="3550920"/>
          </a:xfrm>
          <a:prstGeom prst="roundRect">
            <a:avLst>
              <a:gd name="adj" fmla="val 7798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6C6A634-8C2D-54CB-27A5-C753BA1FFC1F}"/>
              </a:ext>
            </a:extLst>
          </p:cNvPr>
          <p:cNvSpPr/>
          <p:nvPr/>
        </p:nvSpPr>
        <p:spPr>
          <a:xfrm>
            <a:off x="9151620" y="1950720"/>
            <a:ext cx="2659380" cy="3550920"/>
          </a:xfrm>
          <a:prstGeom prst="roundRect">
            <a:avLst>
              <a:gd name="adj" fmla="val 6938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2FC1AA7-6974-55A9-6FA1-033B02A0291D}"/>
              </a:ext>
            </a:extLst>
          </p:cNvPr>
          <p:cNvGrpSpPr/>
          <p:nvPr/>
        </p:nvGrpSpPr>
        <p:grpSpPr>
          <a:xfrm>
            <a:off x="10993633" y="932658"/>
            <a:ext cx="840517" cy="847404"/>
            <a:chOff x="2154470" y="585173"/>
            <a:chExt cx="5641271" cy="5641271"/>
          </a:xfrm>
          <a:solidFill>
            <a:schemeClr val="bg1">
              <a:lumMod val="75000"/>
              <a:alpha val="60000"/>
            </a:schemeClr>
          </a:solidFill>
          <a:effectLst/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7722DF4-334A-6245-A614-003712DE1CFC}"/>
                </a:ext>
              </a:extLst>
            </p:cNvPr>
            <p:cNvGrpSpPr/>
            <p:nvPr/>
          </p:nvGrpSpPr>
          <p:grpSpPr>
            <a:xfrm>
              <a:off x="2154470" y="585173"/>
              <a:ext cx="5641271" cy="5641271"/>
              <a:chOff x="3267320" y="598425"/>
              <a:chExt cx="5641271" cy="5641271"/>
            </a:xfrm>
            <a:grpFill/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EF923899-E40C-407B-1EEA-AAF8E071481B}"/>
                  </a:ext>
                </a:extLst>
              </p:cNvPr>
              <p:cNvGrpSpPr/>
              <p:nvPr/>
            </p:nvGrpSpPr>
            <p:grpSpPr>
              <a:xfrm>
                <a:off x="3267320" y="598425"/>
                <a:ext cx="5641271" cy="5641271"/>
                <a:chOff x="1224922" y="598425"/>
                <a:chExt cx="5641271" cy="5641271"/>
              </a:xfrm>
              <a:grpFill/>
            </p:grpSpPr>
            <p:sp>
              <p:nvSpPr>
                <p:cNvPr id="38" name="Rectangle 80">
                  <a:extLst>
                    <a:ext uri="{FF2B5EF4-FFF2-40B4-BE49-F238E27FC236}">
                      <a16:creationId xmlns:a16="http://schemas.microsoft.com/office/drawing/2014/main" id="{F57B2DD8-18FD-19EC-2A7D-3EBF180D497B}"/>
                    </a:ext>
                  </a:extLst>
                </p:cNvPr>
                <p:cNvSpPr/>
                <p:nvPr/>
              </p:nvSpPr>
              <p:spPr>
                <a:xfrm rot="2700000">
                  <a:off x="3958590" y="59842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9" name="Rectangle 81">
                  <a:extLst>
                    <a:ext uri="{FF2B5EF4-FFF2-40B4-BE49-F238E27FC236}">
                      <a16:creationId xmlns:a16="http://schemas.microsoft.com/office/drawing/2014/main" id="{563F6108-BE4F-FDA8-99CA-182133111DE6}"/>
                    </a:ext>
                  </a:extLst>
                </p:cNvPr>
                <p:cNvSpPr/>
                <p:nvPr/>
              </p:nvSpPr>
              <p:spPr>
                <a:xfrm rot="2700000">
                  <a:off x="3958590" y="606576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0" name="Rectangle 82">
                  <a:extLst>
                    <a:ext uri="{FF2B5EF4-FFF2-40B4-BE49-F238E27FC236}">
                      <a16:creationId xmlns:a16="http://schemas.microsoft.com/office/drawing/2014/main" id="{E64DB1DF-3317-4637-139A-6547B2EAA172}"/>
                    </a:ext>
                  </a:extLst>
                </p:cNvPr>
                <p:cNvSpPr/>
                <p:nvPr/>
              </p:nvSpPr>
              <p:spPr>
                <a:xfrm rot="3600000">
                  <a:off x="4666115" y="69157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1" name="Rectangle 83">
                  <a:extLst>
                    <a:ext uri="{FF2B5EF4-FFF2-40B4-BE49-F238E27FC236}">
                      <a16:creationId xmlns:a16="http://schemas.microsoft.com/office/drawing/2014/main" id="{C235B16D-920A-E6B2-8C93-C26D40F04F6B}"/>
                    </a:ext>
                  </a:extLst>
                </p:cNvPr>
                <p:cNvSpPr/>
                <p:nvPr/>
              </p:nvSpPr>
              <p:spPr>
                <a:xfrm rot="3600000">
                  <a:off x="3251065" y="597261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2" name="Rectangle 84">
                  <a:extLst>
                    <a:ext uri="{FF2B5EF4-FFF2-40B4-BE49-F238E27FC236}">
                      <a16:creationId xmlns:a16="http://schemas.microsoft.com/office/drawing/2014/main" id="{83755B26-BDD7-323C-7A70-4D7C10C84576}"/>
                    </a:ext>
                  </a:extLst>
                </p:cNvPr>
                <p:cNvSpPr/>
                <p:nvPr/>
              </p:nvSpPr>
              <p:spPr>
                <a:xfrm rot="4500000">
                  <a:off x="5325424" y="964667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3" name="Rectangle 85">
                  <a:extLst>
                    <a:ext uri="{FF2B5EF4-FFF2-40B4-BE49-F238E27FC236}">
                      <a16:creationId xmlns:a16="http://schemas.microsoft.com/office/drawing/2014/main" id="{5957390B-4E3A-C056-02CB-F4A9AA5C6280}"/>
                    </a:ext>
                  </a:extLst>
                </p:cNvPr>
                <p:cNvSpPr/>
                <p:nvPr/>
              </p:nvSpPr>
              <p:spPr>
                <a:xfrm rot="4500000">
                  <a:off x="2591756" y="5699520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4" name="Rectangle 86">
                  <a:extLst>
                    <a:ext uri="{FF2B5EF4-FFF2-40B4-BE49-F238E27FC236}">
                      <a16:creationId xmlns:a16="http://schemas.microsoft.com/office/drawing/2014/main" id="{2BBCFFA0-C7DB-216A-BC37-97E14E2A8C08}"/>
                    </a:ext>
                  </a:extLst>
                </p:cNvPr>
                <p:cNvSpPr/>
                <p:nvPr/>
              </p:nvSpPr>
              <p:spPr>
                <a:xfrm rot="5400000">
                  <a:off x="5891586" y="139909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5" name="Rectangle 87">
                  <a:extLst>
                    <a:ext uri="{FF2B5EF4-FFF2-40B4-BE49-F238E27FC236}">
                      <a16:creationId xmlns:a16="http://schemas.microsoft.com/office/drawing/2014/main" id="{3B56E47C-43C2-B073-E77B-0AC3AD5176E0}"/>
                    </a:ext>
                  </a:extLst>
                </p:cNvPr>
                <p:cNvSpPr/>
                <p:nvPr/>
              </p:nvSpPr>
              <p:spPr>
                <a:xfrm rot="5400000">
                  <a:off x="2025594" y="526508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6" name="Rectangle 88">
                  <a:extLst>
                    <a:ext uri="{FF2B5EF4-FFF2-40B4-BE49-F238E27FC236}">
                      <a16:creationId xmlns:a16="http://schemas.microsoft.com/office/drawing/2014/main" id="{A1493582-F371-B1B1-327D-6FE32B58E09E}"/>
                    </a:ext>
                  </a:extLst>
                </p:cNvPr>
                <p:cNvSpPr/>
                <p:nvPr/>
              </p:nvSpPr>
              <p:spPr>
                <a:xfrm rot="6300000">
                  <a:off x="6326016" y="196525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7" name="Rectangle 89">
                  <a:extLst>
                    <a:ext uri="{FF2B5EF4-FFF2-40B4-BE49-F238E27FC236}">
                      <a16:creationId xmlns:a16="http://schemas.microsoft.com/office/drawing/2014/main" id="{2F308619-1B82-77B8-6FBB-DAE94E4E6C31}"/>
                    </a:ext>
                  </a:extLst>
                </p:cNvPr>
                <p:cNvSpPr/>
                <p:nvPr/>
              </p:nvSpPr>
              <p:spPr>
                <a:xfrm rot="6300000">
                  <a:off x="1591164" y="469892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8" name="Rectangle 90">
                  <a:extLst>
                    <a:ext uri="{FF2B5EF4-FFF2-40B4-BE49-F238E27FC236}">
                      <a16:creationId xmlns:a16="http://schemas.microsoft.com/office/drawing/2014/main" id="{E488A480-B4CA-7322-2124-5A942B325E5F}"/>
                    </a:ext>
                  </a:extLst>
                </p:cNvPr>
                <p:cNvSpPr/>
                <p:nvPr/>
              </p:nvSpPr>
              <p:spPr>
                <a:xfrm rot="7200000">
                  <a:off x="6599111" y="262456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9" name="Rectangle 91">
                  <a:extLst>
                    <a:ext uri="{FF2B5EF4-FFF2-40B4-BE49-F238E27FC236}">
                      <a16:creationId xmlns:a16="http://schemas.microsoft.com/office/drawing/2014/main" id="{2ADCC756-8397-A58A-7769-172405082325}"/>
                    </a:ext>
                  </a:extLst>
                </p:cNvPr>
                <p:cNvSpPr/>
                <p:nvPr/>
              </p:nvSpPr>
              <p:spPr>
                <a:xfrm rot="7200000">
                  <a:off x="1318069" y="403961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0" name="Rectangle 92">
                  <a:extLst>
                    <a:ext uri="{FF2B5EF4-FFF2-40B4-BE49-F238E27FC236}">
                      <a16:creationId xmlns:a16="http://schemas.microsoft.com/office/drawing/2014/main" id="{E0349B35-FD99-4990-5D10-44C95F968FA3}"/>
                    </a:ext>
                  </a:extLst>
                </p:cNvPr>
                <p:cNvSpPr/>
                <p:nvPr/>
              </p:nvSpPr>
              <p:spPr>
                <a:xfrm rot="8100000">
                  <a:off x="6692259" y="3332094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1" name="Rectangle 93">
                  <a:extLst>
                    <a:ext uri="{FF2B5EF4-FFF2-40B4-BE49-F238E27FC236}">
                      <a16:creationId xmlns:a16="http://schemas.microsoft.com/office/drawing/2014/main" id="{531AB549-2073-6884-18DD-2C3EF9A8A220}"/>
                    </a:ext>
                  </a:extLst>
                </p:cNvPr>
                <p:cNvSpPr/>
                <p:nvPr/>
              </p:nvSpPr>
              <p:spPr>
                <a:xfrm rot="8100000">
                  <a:off x="1224922" y="3332094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2" name="Rectangle 94">
                  <a:extLst>
                    <a:ext uri="{FF2B5EF4-FFF2-40B4-BE49-F238E27FC236}">
                      <a16:creationId xmlns:a16="http://schemas.microsoft.com/office/drawing/2014/main" id="{F97F2D1C-8E07-9649-7A23-88965C955D29}"/>
                    </a:ext>
                  </a:extLst>
                </p:cNvPr>
                <p:cNvSpPr/>
                <p:nvPr/>
              </p:nvSpPr>
              <p:spPr>
                <a:xfrm rot="9000000">
                  <a:off x="6599111" y="403961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3" name="Rectangle 95">
                  <a:extLst>
                    <a:ext uri="{FF2B5EF4-FFF2-40B4-BE49-F238E27FC236}">
                      <a16:creationId xmlns:a16="http://schemas.microsoft.com/office/drawing/2014/main" id="{1FB3E04E-7595-8FD7-4F48-A91EE652637A}"/>
                    </a:ext>
                  </a:extLst>
                </p:cNvPr>
                <p:cNvSpPr/>
                <p:nvPr/>
              </p:nvSpPr>
              <p:spPr>
                <a:xfrm rot="9000000">
                  <a:off x="1318069" y="262456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4" name="Rectangle 96">
                  <a:extLst>
                    <a:ext uri="{FF2B5EF4-FFF2-40B4-BE49-F238E27FC236}">
                      <a16:creationId xmlns:a16="http://schemas.microsoft.com/office/drawing/2014/main" id="{0CCD5BB1-A99F-7345-1419-58C8BBA1CDC2}"/>
                    </a:ext>
                  </a:extLst>
                </p:cNvPr>
                <p:cNvSpPr/>
                <p:nvPr/>
              </p:nvSpPr>
              <p:spPr>
                <a:xfrm rot="9900000">
                  <a:off x="6326016" y="469892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5" name="Rectangle 97">
                  <a:extLst>
                    <a:ext uri="{FF2B5EF4-FFF2-40B4-BE49-F238E27FC236}">
                      <a16:creationId xmlns:a16="http://schemas.microsoft.com/office/drawing/2014/main" id="{166EC6B3-5BD5-C2D5-5606-41809F6D2B90}"/>
                    </a:ext>
                  </a:extLst>
                </p:cNvPr>
                <p:cNvSpPr/>
                <p:nvPr/>
              </p:nvSpPr>
              <p:spPr>
                <a:xfrm rot="9900000">
                  <a:off x="1591164" y="196525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6" name="Rectangle 98">
                  <a:extLst>
                    <a:ext uri="{FF2B5EF4-FFF2-40B4-BE49-F238E27FC236}">
                      <a16:creationId xmlns:a16="http://schemas.microsoft.com/office/drawing/2014/main" id="{858D34C7-F57C-3DD8-78FB-908BBC737C44}"/>
                    </a:ext>
                  </a:extLst>
                </p:cNvPr>
                <p:cNvSpPr/>
                <p:nvPr/>
              </p:nvSpPr>
              <p:spPr>
                <a:xfrm rot="10800000">
                  <a:off x="5891586" y="526508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7" name="Rectangle 99">
                  <a:extLst>
                    <a:ext uri="{FF2B5EF4-FFF2-40B4-BE49-F238E27FC236}">
                      <a16:creationId xmlns:a16="http://schemas.microsoft.com/office/drawing/2014/main" id="{DDF42AEF-7591-A981-5391-C003BDF0BAF7}"/>
                    </a:ext>
                  </a:extLst>
                </p:cNvPr>
                <p:cNvSpPr/>
                <p:nvPr/>
              </p:nvSpPr>
              <p:spPr>
                <a:xfrm rot="10800000">
                  <a:off x="2025594" y="139909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8" name="Rectangle 100">
                  <a:extLst>
                    <a:ext uri="{FF2B5EF4-FFF2-40B4-BE49-F238E27FC236}">
                      <a16:creationId xmlns:a16="http://schemas.microsoft.com/office/drawing/2014/main" id="{15D6C184-7AF7-FBF5-D95B-E73F677617AB}"/>
                    </a:ext>
                  </a:extLst>
                </p:cNvPr>
                <p:cNvSpPr/>
                <p:nvPr/>
              </p:nvSpPr>
              <p:spPr>
                <a:xfrm rot="11700000">
                  <a:off x="5325424" y="5699520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9" name="Rectangle 101">
                  <a:extLst>
                    <a:ext uri="{FF2B5EF4-FFF2-40B4-BE49-F238E27FC236}">
                      <a16:creationId xmlns:a16="http://schemas.microsoft.com/office/drawing/2014/main" id="{3F1406D3-348F-E046-ADBF-BCBCC26A58FD}"/>
                    </a:ext>
                  </a:extLst>
                </p:cNvPr>
                <p:cNvSpPr/>
                <p:nvPr/>
              </p:nvSpPr>
              <p:spPr>
                <a:xfrm rot="11700000">
                  <a:off x="2591756" y="964667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60" name="Rectangle 102">
                  <a:extLst>
                    <a:ext uri="{FF2B5EF4-FFF2-40B4-BE49-F238E27FC236}">
                      <a16:creationId xmlns:a16="http://schemas.microsoft.com/office/drawing/2014/main" id="{6F914C6C-F706-A9C8-4E47-DD9E625F8C2F}"/>
                    </a:ext>
                  </a:extLst>
                </p:cNvPr>
                <p:cNvSpPr/>
                <p:nvPr/>
              </p:nvSpPr>
              <p:spPr>
                <a:xfrm rot="12600000">
                  <a:off x="4666115" y="597261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61" name="Rectangle 103">
                  <a:extLst>
                    <a:ext uri="{FF2B5EF4-FFF2-40B4-BE49-F238E27FC236}">
                      <a16:creationId xmlns:a16="http://schemas.microsoft.com/office/drawing/2014/main" id="{85054B1A-FADB-39FB-2CD6-D30CEE7B8EC3}"/>
                    </a:ext>
                  </a:extLst>
                </p:cNvPr>
                <p:cNvSpPr/>
                <p:nvPr/>
              </p:nvSpPr>
              <p:spPr>
                <a:xfrm rot="12600000">
                  <a:off x="3251065" y="69157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4A5BA91D-1D17-61E2-ABEA-88712B6F7B22}"/>
                  </a:ext>
                </a:extLst>
              </p:cNvPr>
              <p:cNvGrpSpPr/>
              <p:nvPr/>
            </p:nvGrpSpPr>
            <p:grpSpPr>
              <a:xfrm>
                <a:off x="3328637" y="659745"/>
                <a:ext cx="5518640" cy="5518638"/>
                <a:chOff x="3477279" y="808386"/>
                <a:chExt cx="5221355" cy="5221355"/>
              </a:xfrm>
              <a:grpFill/>
            </p:grpSpPr>
            <p:sp>
              <p:nvSpPr>
                <p:cNvPr id="14" name="Freeform: Shape 267">
                  <a:extLst>
                    <a:ext uri="{FF2B5EF4-FFF2-40B4-BE49-F238E27FC236}">
                      <a16:creationId xmlns:a16="http://schemas.microsoft.com/office/drawing/2014/main" id="{C221D960-FE2F-C35E-8B5D-18E8D853F577}"/>
                    </a:ext>
                  </a:extLst>
                </p:cNvPr>
                <p:cNvSpPr/>
                <p:nvPr/>
              </p:nvSpPr>
              <p:spPr>
                <a:xfrm>
                  <a:off x="6065098" y="808386"/>
                  <a:ext cx="45718" cy="353859"/>
                </a:xfrm>
                <a:custGeom>
                  <a:avLst/>
                  <a:gdLst>
                    <a:gd name="connsiteX0" fmla="*/ 0 w 45718"/>
                    <a:gd name="connsiteY0" fmla="*/ 0 h 353859"/>
                    <a:gd name="connsiteX1" fmla="*/ 45718 w 45718"/>
                    <a:gd name="connsiteY1" fmla="*/ 0 h 353859"/>
                    <a:gd name="connsiteX2" fmla="*/ 45718 w 45718"/>
                    <a:gd name="connsiteY2" fmla="*/ 353576 h 353859"/>
                    <a:gd name="connsiteX3" fmla="*/ 25658 w 45718"/>
                    <a:gd name="connsiteY3" fmla="*/ 352563 h 353859"/>
                    <a:gd name="connsiteX4" fmla="*/ 0 w 45718"/>
                    <a:gd name="connsiteY4" fmla="*/ 353859 h 353859"/>
                    <a:gd name="connsiteX5" fmla="*/ 0 w 45718"/>
                    <a:gd name="connsiteY5" fmla="*/ 0 h 353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8" h="353859">
                      <a:moveTo>
                        <a:pt x="0" y="0"/>
                      </a:moveTo>
                      <a:lnTo>
                        <a:pt x="45718" y="0"/>
                      </a:lnTo>
                      <a:lnTo>
                        <a:pt x="45718" y="353576"/>
                      </a:lnTo>
                      <a:lnTo>
                        <a:pt x="25658" y="352563"/>
                      </a:lnTo>
                      <a:lnTo>
                        <a:pt x="0" y="35385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" name="Freeform: Shape 268">
                  <a:extLst>
                    <a:ext uri="{FF2B5EF4-FFF2-40B4-BE49-F238E27FC236}">
                      <a16:creationId xmlns:a16="http://schemas.microsoft.com/office/drawing/2014/main" id="{9BC7BB46-ED71-7C45-912B-80FDE22E02BA}"/>
                    </a:ext>
                  </a:extLst>
                </p:cNvPr>
                <p:cNvSpPr/>
                <p:nvPr/>
              </p:nvSpPr>
              <p:spPr>
                <a:xfrm>
                  <a:off x="5390183" y="891424"/>
                  <a:ext cx="136202" cy="354886"/>
                </a:xfrm>
                <a:custGeom>
                  <a:avLst/>
                  <a:gdLst>
                    <a:gd name="connsiteX0" fmla="*/ 44161 w 136202"/>
                    <a:gd name="connsiteY0" fmla="*/ 0 h 354886"/>
                    <a:gd name="connsiteX1" fmla="*/ 136202 w 136202"/>
                    <a:gd name="connsiteY1" fmla="*/ 343500 h 354886"/>
                    <a:gd name="connsiteX2" fmla="*/ 91921 w 136202"/>
                    <a:gd name="connsiteY2" fmla="*/ 354886 h 354886"/>
                    <a:gd name="connsiteX3" fmla="*/ 0 w 136202"/>
                    <a:gd name="connsiteY3" fmla="*/ 11833 h 354886"/>
                    <a:gd name="connsiteX4" fmla="*/ 44161 w 136202"/>
                    <a:gd name="connsiteY4" fmla="*/ 0 h 354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6">
                      <a:moveTo>
                        <a:pt x="44161" y="0"/>
                      </a:moveTo>
                      <a:lnTo>
                        <a:pt x="136202" y="343500"/>
                      </a:lnTo>
                      <a:lnTo>
                        <a:pt x="91921" y="354886"/>
                      </a:lnTo>
                      <a:lnTo>
                        <a:pt x="0" y="11833"/>
                      </a:lnTo>
                      <a:lnTo>
                        <a:pt x="441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Freeform: Shape 269">
                  <a:extLst>
                    <a:ext uri="{FF2B5EF4-FFF2-40B4-BE49-F238E27FC236}">
                      <a16:creationId xmlns:a16="http://schemas.microsoft.com/office/drawing/2014/main" id="{FCAA7E3F-359B-AEBF-4E0A-3EC8536A741C}"/>
                    </a:ext>
                  </a:extLst>
                </p:cNvPr>
                <p:cNvSpPr/>
                <p:nvPr/>
              </p:nvSpPr>
              <p:spPr>
                <a:xfrm>
                  <a:off x="6649891" y="891425"/>
                  <a:ext cx="135841" cy="353538"/>
                </a:xfrm>
                <a:custGeom>
                  <a:avLst/>
                  <a:gdLst>
                    <a:gd name="connsiteX0" fmla="*/ 91679 w 135841"/>
                    <a:gd name="connsiteY0" fmla="*/ 0 h 353538"/>
                    <a:gd name="connsiteX1" fmla="*/ 135841 w 135841"/>
                    <a:gd name="connsiteY1" fmla="*/ 11833 h 353538"/>
                    <a:gd name="connsiteX2" fmla="*/ 44281 w 135841"/>
                    <a:gd name="connsiteY2" fmla="*/ 353538 h 353538"/>
                    <a:gd name="connsiteX3" fmla="*/ 0 w 135841"/>
                    <a:gd name="connsiteY3" fmla="*/ 342153 h 353538"/>
                    <a:gd name="connsiteX4" fmla="*/ 91679 w 135841"/>
                    <a:gd name="connsiteY4" fmla="*/ 0 h 3535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1" h="353538">
                      <a:moveTo>
                        <a:pt x="91679" y="0"/>
                      </a:moveTo>
                      <a:lnTo>
                        <a:pt x="135841" y="11833"/>
                      </a:lnTo>
                      <a:lnTo>
                        <a:pt x="44281" y="353538"/>
                      </a:lnTo>
                      <a:lnTo>
                        <a:pt x="0" y="342153"/>
                      </a:lnTo>
                      <a:lnTo>
                        <a:pt x="9167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Freeform: Shape 270">
                  <a:extLst>
                    <a:ext uri="{FF2B5EF4-FFF2-40B4-BE49-F238E27FC236}">
                      <a16:creationId xmlns:a16="http://schemas.microsoft.com/office/drawing/2014/main" id="{7A32D253-5DA7-47E9-6C55-801D3973F7E8}"/>
                    </a:ext>
                  </a:extLst>
                </p:cNvPr>
                <p:cNvSpPr/>
                <p:nvPr/>
              </p:nvSpPr>
              <p:spPr>
                <a:xfrm>
                  <a:off x="4762821" y="1146720"/>
                  <a:ext cx="217217" cy="331395"/>
                </a:xfrm>
                <a:custGeom>
                  <a:avLst/>
                  <a:gdLst>
                    <a:gd name="connsiteX0" fmla="*/ 39595 w 217217"/>
                    <a:gd name="connsiteY0" fmla="*/ 0 h 331395"/>
                    <a:gd name="connsiteX1" fmla="*/ 217217 w 217217"/>
                    <a:gd name="connsiteY1" fmla="*/ 307651 h 331395"/>
                    <a:gd name="connsiteX2" fmla="*/ 178133 w 217217"/>
                    <a:gd name="connsiteY2" fmla="*/ 331395 h 331395"/>
                    <a:gd name="connsiteX3" fmla="*/ 0 w 217217"/>
                    <a:gd name="connsiteY3" fmla="*/ 22860 h 331395"/>
                    <a:gd name="connsiteX4" fmla="*/ 39595 w 217217"/>
                    <a:gd name="connsiteY4" fmla="*/ 0 h 331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5">
                      <a:moveTo>
                        <a:pt x="39595" y="0"/>
                      </a:moveTo>
                      <a:lnTo>
                        <a:pt x="217217" y="307651"/>
                      </a:lnTo>
                      <a:lnTo>
                        <a:pt x="178133" y="331395"/>
                      </a:lnTo>
                      <a:lnTo>
                        <a:pt x="0" y="22860"/>
                      </a:lnTo>
                      <a:lnTo>
                        <a:pt x="3959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Freeform: Shape 271">
                  <a:extLst>
                    <a:ext uri="{FF2B5EF4-FFF2-40B4-BE49-F238E27FC236}">
                      <a16:creationId xmlns:a16="http://schemas.microsoft.com/office/drawing/2014/main" id="{E6AEFF79-38CB-C017-C313-38418D3036FA}"/>
                    </a:ext>
                  </a:extLst>
                </p:cNvPr>
                <p:cNvSpPr/>
                <p:nvPr/>
              </p:nvSpPr>
              <p:spPr>
                <a:xfrm>
                  <a:off x="7197332" y="1146719"/>
                  <a:ext cx="215761" cy="328876"/>
                </a:xfrm>
                <a:custGeom>
                  <a:avLst/>
                  <a:gdLst>
                    <a:gd name="connsiteX0" fmla="*/ 176169 w 215761"/>
                    <a:gd name="connsiteY0" fmla="*/ 0 h 328876"/>
                    <a:gd name="connsiteX1" fmla="*/ 215761 w 215761"/>
                    <a:gd name="connsiteY1" fmla="*/ 22859 h 328876"/>
                    <a:gd name="connsiteX2" fmla="*/ 39082 w 215761"/>
                    <a:gd name="connsiteY2" fmla="*/ 328876 h 328876"/>
                    <a:gd name="connsiteX3" fmla="*/ 0 w 215761"/>
                    <a:gd name="connsiteY3" fmla="*/ 305133 h 328876"/>
                    <a:gd name="connsiteX4" fmla="*/ 176169 w 215761"/>
                    <a:gd name="connsiteY4" fmla="*/ 0 h 3288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1" h="328876">
                      <a:moveTo>
                        <a:pt x="176169" y="0"/>
                      </a:moveTo>
                      <a:lnTo>
                        <a:pt x="215761" y="22859"/>
                      </a:lnTo>
                      <a:lnTo>
                        <a:pt x="39082" y="328876"/>
                      </a:lnTo>
                      <a:lnTo>
                        <a:pt x="0" y="305133"/>
                      </a:lnTo>
                      <a:lnTo>
                        <a:pt x="17616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Freeform: Shape 272">
                  <a:extLst>
                    <a:ext uri="{FF2B5EF4-FFF2-40B4-BE49-F238E27FC236}">
                      <a16:creationId xmlns:a16="http://schemas.microsoft.com/office/drawing/2014/main" id="{03B7BB64-718E-482F-5087-96413170D103}"/>
                    </a:ext>
                  </a:extLst>
                </p:cNvPr>
                <p:cNvSpPr/>
                <p:nvPr/>
              </p:nvSpPr>
              <p:spPr>
                <a:xfrm>
                  <a:off x="4225764" y="1556870"/>
                  <a:ext cx="283734" cy="283868"/>
                </a:xfrm>
                <a:custGeom>
                  <a:avLst/>
                  <a:gdLst>
                    <a:gd name="connsiteX0" fmla="*/ 32328 w 283734"/>
                    <a:gd name="connsiteY0" fmla="*/ 0 h 283868"/>
                    <a:gd name="connsiteX1" fmla="*/ 283734 w 283734"/>
                    <a:gd name="connsiteY1" fmla="*/ 251406 h 283868"/>
                    <a:gd name="connsiteX2" fmla="*/ 268266 w 283734"/>
                    <a:gd name="connsiteY2" fmla="*/ 265464 h 283868"/>
                    <a:gd name="connsiteX3" fmla="*/ 251540 w 283734"/>
                    <a:gd name="connsiteY3" fmla="*/ 283868 h 283868"/>
                    <a:gd name="connsiteX4" fmla="*/ 0 w 283734"/>
                    <a:gd name="connsiteY4" fmla="*/ 32328 h 283868"/>
                    <a:gd name="connsiteX5" fmla="*/ 32328 w 283734"/>
                    <a:gd name="connsiteY5" fmla="*/ 0 h 283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4" h="283868">
                      <a:moveTo>
                        <a:pt x="32328" y="0"/>
                      </a:moveTo>
                      <a:lnTo>
                        <a:pt x="283734" y="251406"/>
                      </a:lnTo>
                      <a:lnTo>
                        <a:pt x="268266" y="265464"/>
                      </a:lnTo>
                      <a:lnTo>
                        <a:pt x="251540" y="283868"/>
                      </a:lnTo>
                      <a:lnTo>
                        <a:pt x="0" y="32328"/>
                      </a:lnTo>
                      <a:lnTo>
                        <a:pt x="3232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Freeform: Shape 273">
                  <a:extLst>
                    <a:ext uri="{FF2B5EF4-FFF2-40B4-BE49-F238E27FC236}">
                      <a16:creationId xmlns:a16="http://schemas.microsoft.com/office/drawing/2014/main" id="{BE108E2A-02CB-A738-5B39-5C2FFE515A21}"/>
                    </a:ext>
                  </a:extLst>
                </p:cNvPr>
                <p:cNvSpPr/>
                <p:nvPr/>
              </p:nvSpPr>
              <p:spPr>
                <a:xfrm>
                  <a:off x="7669082" y="1556870"/>
                  <a:ext cx="281068" cy="280936"/>
                </a:xfrm>
                <a:custGeom>
                  <a:avLst/>
                  <a:gdLst>
                    <a:gd name="connsiteX0" fmla="*/ 248740 w 281068"/>
                    <a:gd name="connsiteY0" fmla="*/ 0 h 280936"/>
                    <a:gd name="connsiteX1" fmla="*/ 281068 w 281068"/>
                    <a:gd name="connsiteY1" fmla="*/ 32329 h 280936"/>
                    <a:gd name="connsiteX2" fmla="*/ 32462 w 281068"/>
                    <a:gd name="connsiteY2" fmla="*/ 280936 h 280936"/>
                    <a:gd name="connsiteX3" fmla="*/ 18400 w 281068"/>
                    <a:gd name="connsiteY3" fmla="*/ 265464 h 280936"/>
                    <a:gd name="connsiteX4" fmla="*/ 0 w 281068"/>
                    <a:gd name="connsiteY4" fmla="*/ 248741 h 280936"/>
                    <a:gd name="connsiteX5" fmla="*/ 248740 w 281068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68" h="280936">
                      <a:moveTo>
                        <a:pt x="248740" y="0"/>
                      </a:moveTo>
                      <a:lnTo>
                        <a:pt x="281068" y="32329"/>
                      </a:lnTo>
                      <a:lnTo>
                        <a:pt x="32462" y="280936"/>
                      </a:lnTo>
                      <a:lnTo>
                        <a:pt x="18400" y="265464"/>
                      </a:lnTo>
                      <a:lnTo>
                        <a:pt x="0" y="248741"/>
                      </a:lnTo>
                      <a:lnTo>
                        <a:pt x="24874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Freeform: Shape 274">
                  <a:extLst>
                    <a:ext uri="{FF2B5EF4-FFF2-40B4-BE49-F238E27FC236}">
                      <a16:creationId xmlns:a16="http://schemas.microsoft.com/office/drawing/2014/main" id="{FCA12EC5-ACA0-C9C1-0587-3AEFE07AF56F}"/>
                    </a:ext>
                  </a:extLst>
                </p:cNvPr>
                <p:cNvSpPr/>
                <p:nvPr/>
              </p:nvSpPr>
              <p:spPr>
                <a:xfrm>
                  <a:off x="3815614" y="2093927"/>
                  <a:ext cx="332209" cy="217687"/>
                </a:xfrm>
                <a:custGeom>
                  <a:avLst/>
                  <a:gdLst>
                    <a:gd name="connsiteX0" fmla="*/ 22860 w 332209"/>
                    <a:gd name="connsiteY0" fmla="*/ 0 h 217687"/>
                    <a:gd name="connsiteX1" fmla="*/ 332209 w 332209"/>
                    <a:gd name="connsiteY1" fmla="*/ 178603 h 217687"/>
                    <a:gd name="connsiteX2" fmla="*/ 308465 w 332209"/>
                    <a:gd name="connsiteY2" fmla="*/ 217687 h 217687"/>
                    <a:gd name="connsiteX3" fmla="*/ 0 w 332209"/>
                    <a:gd name="connsiteY3" fmla="*/ 39594 h 217687"/>
                    <a:gd name="connsiteX4" fmla="*/ 22860 w 332209"/>
                    <a:gd name="connsiteY4" fmla="*/ 0 h 2176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09" h="217687">
                      <a:moveTo>
                        <a:pt x="22860" y="0"/>
                      </a:moveTo>
                      <a:lnTo>
                        <a:pt x="332209" y="178603"/>
                      </a:lnTo>
                      <a:lnTo>
                        <a:pt x="308465" y="217687"/>
                      </a:lnTo>
                      <a:lnTo>
                        <a:pt x="0" y="39594"/>
                      </a:lnTo>
                      <a:lnTo>
                        <a:pt x="2286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Freeform: Shape 275">
                  <a:extLst>
                    <a:ext uri="{FF2B5EF4-FFF2-40B4-BE49-F238E27FC236}">
                      <a16:creationId xmlns:a16="http://schemas.microsoft.com/office/drawing/2014/main" id="{F4C54BA2-86A2-4BAB-A687-333CCB7B18D9}"/>
                    </a:ext>
                  </a:extLst>
                </p:cNvPr>
                <p:cNvSpPr/>
                <p:nvPr/>
              </p:nvSpPr>
              <p:spPr>
                <a:xfrm>
                  <a:off x="8032238" y="2093927"/>
                  <a:ext cx="328063" cy="215292"/>
                </a:xfrm>
                <a:custGeom>
                  <a:avLst/>
                  <a:gdLst>
                    <a:gd name="connsiteX0" fmla="*/ 305203 w 328063"/>
                    <a:gd name="connsiteY0" fmla="*/ 0 h 215292"/>
                    <a:gd name="connsiteX1" fmla="*/ 328063 w 328063"/>
                    <a:gd name="connsiteY1" fmla="*/ 39593 h 215292"/>
                    <a:gd name="connsiteX2" fmla="*/ 23743 w 328063"/>
                    <a:gd name="connsiteY2" fmla="*/ 215292 h 215292"/>
                    <a:gd name="connsiteX3" fmla="*/ 0 w 328063"/>
                    <a:gd name="connsiteY3" fmla="*/ 176209 h 215292"/>
                    <a:gd name="connsiteX4" fmla="*/ 305203 w 328063"/>
                    <a:gd name="connsiteY4" fmla="*/ 0 h 215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3" h="215292">
                      <a:moveTo>
                        <a:pt x="305203" y="0"/>
                      </a:moveTo>
                      <a:lnTo>
                        <a:pt x="328063" y="39593"/>
                      </a:lnTo>
                      <a:lnTo>
                        <a:pt x="23743" y="215292"/>
                      </a:lnTo>
                      <a:lnTo>
                        <a:pt x="0" y="176209"/>
                      </a:lnTo>
                      <a:lnTo>
                        <a:pt x="30520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Freeform: Shape 276">
                  <a:extLst>
                    <a:ext uri="{FF2B5EF4-FFF2-40B4-BE49-F238E27FC236}">
                      <a16:creationId xmlns:a16="http://schemas.microsoft.com/office/drawing/2014/main" id="{11D1A070-619A-97B5-DE32-A3F29B988E42}"/>
                    </a:ext>
                  </a:extLst>
                </p:cNvPr>
                <p:cNvSpPr/>
                <p:nvPr/>
              </p:nvSpPr>
              <p:spPr>
                <a:xfrm>
                  <a:off x="3560320" y="2721289"/>
                  <a:ext cx="356833" cy="136723"/>
                </a:xfrm>
                <a:custGeom>
                  <a:avLst/>
                  <a:gdLst>
                    <a:gd name="connsiteX0" fmla="*/ 11833 w 356833"/>
                    <a:gd name="connsiteY0" fmla="*/ 0 h 136723"/>
                    <a:gd name="connsiteX1" fmla="*/ 356833 w 356833"/>
                    <a:gd name="connsiteY1" fmla="*/ 92443 h 136723"/>
                    <a:gd name="connsiteX2" fmla="*/ 345447 w 356833"/>
                    <a:gd name="connsiteY2" fmla="*/ 136723 h 136723"/>
                    <a:gd name="connsiteX3" fmla="*/ 0 w 356833"/>
                    <a:gd name="connsiteY3" fmla="*/ 44161 h 136723"/>
                    <a:gd name="connsiteX4" fmla="*/ 11833 w 356833"/>
                    <a:gd name="connsiteY4" fmla="*/ 0 h 136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3" h="136723">
                      <a:moveTo>
                        <a:pt x="11833" y="0"/>
                      </a:moveTo>
                      <a:lnTo>
                        <a:pt x="356833" y="92443"/>
                      </a:lnTo>
                      <a:lnTo>
                        <a:pt x="345447" y="136723"/>
                      </a:lnTo>
                      <a:lnTo>
                        <a:pt x="0" y="44161"/>
                      </a:lnTo>
                      <a:lnTo>
                        <a:pt x="1183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Freeform: Shape 277">
                  <a:extLst>
                    <a:ext uri="{FF2B5EF4-FFF2-40B4-BE49-F238E27FC236}">
                      <a16:creationId xmlns:a16="http://schemas.microsoft.com/office/drawing/2014/main" id="{28550525-CBFF-074B-1B91-7DDBD61F0B5D}"/>
                    </a:ext>
                  </a:extLst>
                </p:cNvPr>
                <p:cNvSpPr/>
                <p:nvPr/>
              </p:nvSpPr>
              <p:spPr>
                <a:xfrm>
                  <a:off x="8264000" y="2721289"/>
                  <a:ext cx="351595" cy="135321"/>
                </a:xfrm>
                <a:custGeom>
                  <a:avLst/>
                  <a:gdLst>
                    <a:gd name="connsiteX0" fmla="*/ 339761 w 351595"/>
                    <a:gd name="connsiteY0" fmla="*/ 0 h 135321"/>
                    <a:gd name="connsiteX1" fmla="*/ 351595 w 351595"/>
                    <a:gd name="connsiteY1" fmla="*/ 44162 h 135321"/>
                    <a:gd name="connsiteX2" fmla="*/ 11386 w 351595"/>
                    <a:gd name="connsiteY2" fmla="*/ 135321 h 135321"/>
                    <a:gd name="connsiteX3" fmla="*/ 0 w 351595"/>
                    <a:gd name="connsiteY3" fmla="*/ 91039 h 135321"/>
                    <a:gd name="connsiteX4" fmla="*/ 339761 w 351595"/>
                    <a:gd name="connsiteY4" fmla="*/ 0 h 135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1">
                      <a:moveTo>
                        <a:pt x="339761" y="0"/>
                      </a:moveTo>
                      <a:lnTo>
                        <a:pt x="351595" y="44162"/>
                      </a:lnTo>
                      <a:lnTo>
                        <a:pt x="11386" y="135321"/>
                      </a:lnTo>
                      <a:lnTo>
                        <a:pt x="0" y="91039"/>
                      </a:lnTo>
                      <a:lnTo>
                        <a:pt x="3397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Freeform: Shape 278">
                  <a:extLst>
                    <a:ext uri="{FF2B5EF4-FFF2-40B4-BE49-F238E27FC236}">
                      <a16:creationId xmlns:a16="http://schemas.microsoft.com/office/drawing/2014/main" id="{9365C3E1-7A5D-8BF8-6CAA-D2B0CE2DF0D9}"/>
                    </a:ext>
                  </a:extLst>
                </p:cNvPr>
                <p:cNvSpPr/>
                <p:nvPr/>
              </p:nvSpPr>
              <p:spPr>
                <a:xfrm>
                  <a:off x="3477279" y="3396204"/>
                  <a:ext cx="356521" cy="45719"/>
                </a:xfrm>
                <a:custGeom>
                  <a:avLst/>
                  <a:gdLst>
                    <a:gd name="connsiteX0" fmla="*/ 356520 w 356521"/>
                    <a:gd name="connsiteY0" fmla="*/ 0 h 45719"/>
                    <a:gd name="connsiteX1" fmla="*/ 355366 w 356521"/>
                    <a:gd name="connsiteY1" fmla="*/ 22857 h 45719"/>
                    <a:gd name="connsiteX2" fmla="*/ 356521 w 356521"/>
                    <a:gd name="connsiteY2" fmla="*/ 45719 h 45719"/>
                    <a:gd name="connsiteX3" fmla="*/ 1 w 356521"/>
                    <a:gd name="connsiteY3" fmla="*/ 45719 h 45719"/>
                    <a:gd name="connsiteX4" fmla="*/ 0 w 356521"/>
                    <a:gd name="connsiteY4" fmla="*/ 0 h 45719"/>
                    <a:gd name="connsiteX5" fmla="*/ 356520 w 356521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6521" h="45719">
                      <a:moveTo>
                        <a:pt x="356520" y="0"/>
                      </a:moveTo>
                      <a:lnTo>
                        <a:pt x="355366" y="22857"/>
                      </a:lnTo>
                      <a:lnTo>
                        <a:pt x="356521" y="45719"/>
                      </a:lnTo>
                      <a:lnTo>
                        <a:pt x="1" y="45719"/>
                      </a:lnTo>
                      <a:lnTo>
                        <a:pt x="0" y="0"/>
                      </a:lnTo>
                      <a:lnTo>
                        <a:pt x="35652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Freeform: Shape 279">
                  <a:extLst>
                    <a:ext uri="{FF2B5EF4-FFF2-40B4-BE49-F238E27FC236}">
                      <a16:creationId xmlns:a16="http://schemas.microsoft.com/office/drawing/2014/main" id="{A44DE529-01FA-AB80-1AE5-AA300CC81AE6}"/>
                    </a:ext>
                  </a:extLst>
                </p:cNvPr>
                <p:cNvSpPr/>
                <p:nvPr/>
              </p:nvSpPr>
              <p:spPr>
                <a:xfrm>
                  <a:off x="8347714" y="3396204"/>
                  <a:ext cx="350920" cy="45719"/>
                </a:xfrm>
                <a:custGeom>
                  <a:avLst/>
                  <a:gdLst>
                    <a:gd name="connsiteX0" fmla="*/ 0 w 350920"/>
                    <a:gd name="connsiteY0" fmla="*/ 0 h 45719"/>
                    <a:gd name="connsiteX1" fmla="*/ 350920 w 350920"/>
                    <a:gd name="connsiteY1" fmla="*/ 0 h 45719"/>
                    <a:gd name="connsiteX2" fmla="*/ 350920 w 350920"/>
                    <a:gd name="connsiteY2" fmla="*/ 45719 h 45719"/>
                    <a:gd name="connsiteX3" fmla="*/ 0 w 350920"/>
                    <a:gd name="connsiteY3" fmla="*/ 45719 h 45719"/>
                    <a:gd name="connsiteX4" fmla="*/ 1154 w 350920"/>
                    <a:gd name="connsiteY4" fmla="*/ 22857 h 45719"/>
                    <a:gd name="connsiteX5" fmla="*/ 0 w 350920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0920" h="45719">
                      <a:moveTo>
                        <a:pt x="0" y="0"/>
                      </a:moveTo>
                      <a:lnTo>
                        <a:pt x="350920" y="0"/>
                      </a:lnTo>
                      <a:lnTo>
                        <a:pt x="350920" y="45719"/>
                      </a:lnTo>
                      <a:lnTo>
                        <a:pt x="0" y="45719"/>
                      </a:lnTo>
                      <a:lnTo>
                        <a:pt x="1154" y="2285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Freeform: Shape 280">
                  <a:extLst>
                    <a:ext uri="{FF2B5EF4-FFF2-40B4-BE49-F238E27FC236}">
                      <a16:creationId xmlns:a16="http://schemas.microsoft.com/office/drawing/2014/main" id="{919CCC4B-9E13-ED10-E02A-A41DA8417243}"/>
                    </a:ext>
                  </a:extLst>
                </p:cNvPr>
                <p:cNvSpPr/>
                <p:nvPr/>
              </p:nvSpPr>
              <p:spPr>
                <a:xfrm>
                  <a:off x="3560319" y="3980112"/>
                  <a:ext cx="356835" cy="136724"/>
                </a:xfrm>
                <a:custGeom>
                  <a:avLst/>
                  <a:gdLst>
                    <a:gd name="connsiteX0" fmla="*/ 345449 w 356835"/>
                    <a:gd name="connsiteY0" fmla="*/ 0 h 136724"/>
                    <a:gd name="connsiteX1" fmla="*/ 356835 w 356835"/>
                    <a:gd name="connsiteY1" fmla="*/ 44281 h 136724"/>
                    <a:gd name="connsiteX2" fmla="*/ 11833 w 356835"/>
                    <a:gd name="connsiteY2" fmla="*/ 136724 h 136724"/>
                    <a:gd name="connsiteX3" fmla="*/ 0 w 356835"/>
                    <a:gd name="connsiteY3" fmla="*/ 92563 h 136724"/>
                    <a:gd name="connsiteX4" fmla="*/ 345449 w 356835"/>
                    <a:gd name="connsiteY4" fmla="*/ 0 h 136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5" h="136724">
                      <a:moveTo>
                        <a:pt x="345449" y="0"/>
                      </a:moveTo>
                      <a:lnTo>
                        <a:pt x="356835" y="44281"/>
                      </a:lnTo>
                      <a:lnTo>
                        <a:pt x="11833" y="136724"/>
                      </a:lnTo>
                      <a:lnTo>
                        <a:pt x="0" y="92563"/>
                      </a:lnTo>
                      <a:lnTo>
                        <a:pt x="34544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Freeform: Shape 281">
                  <a:extLst>
                    <a:ext uri="{FF2B5EF4-FFF2-40B4-BE49-F238E27FC236}">
                      <a16:creationId xmlns:a16="http://schemas.microsoft.com/office/drawing/2014/main" id="{56FF1DBF-BAAF-877A-E801-A33A6D7C04E7}"/>
                    </a:ext>
                  </a:extLst>
                </p:cNvPr>
                <p:cNvSpPr/>
                <p:nvPr/>
              </p:nvSpPr>
              <p:spPr>
                <a:xfrm>
                  <a:off x="8264000" y="3981516"/>
                  <a:ext cx="351595" cy="135320"/>
                </a:xfrm>
                <a:custGeom>
                  <a:avLst/>
                  <a:gdLst>
                    <a:gd name="connsiteX0" fmla="*/ 11385 w 351595"/>
                    <a:gd name="connsiteY0" fmla="*/ 0 h 135320"/>
                    <a:gd name="connsiteX1" fmla="*/ 351595 w 351595"/>
                    <a:gd name="connsiteY1" fmla="*/ 91159 h 135320"/>
                    <a:gd name="connsiteX2" fmla="*/ 339762 w 351595"/>
                    <a:gd name="connsiteY2" fmla="*/ 135320 h 135320"/>
                    <a:gd name="connsiteX3" fmla="*/ 0 w 351595"/>
                    <a:gd name="connsiteY3" fmla="*/ 44281 h 135320"/>
                    <a:gd name="connsiteX4" fmla="*/ 11385 w 351595"/>
                    <a:gd name="connsiteY4" fmla="*/ 0 h 135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0">
                      <a:moveTo>
                        <a:pt x="11385" y="0"/>
                      </a:moveTo>
                      <a:lnTo>
                        <a:pt x="351595" y="91159"/>
                      </a:lnTo>
                      <a:lnTo>
                        <a:pt x="339762" y="135320"/>
                      </a:lnTo>
                      <a:lnTo>
                        <a:pt x="0" y="44281"/>
                      </a:lnTo>
                      <a:lnTo>
                        <a:pt x="1138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" name="Freeform: Shape 282">
                  <a:extLst>
                    <a:ext uri="{FF2B5EF4-FFF2-40B4-BE49-F238E27FC236}">
                      <a16:creationId xmlns:a16="http://schemas.microsoft.com/office/drawing/2014/main" id="{BDCB2D8C-A568-BA54-AB3D-62681C9B8B4F}"/>
                    </a:ext>
                  </a:extLst>
                </p:cNvPr>
                <p:cNvSpPr/>
                <p:nvPr/>
              </p:nvSpPr>
              <p:spPr>
                <a:xfrm>
                  <a:off x="3815614" y="4526511"/>
                  <a:ext cx="332211" cy="217688"/>
                </a:xfrm>
                <a:custGeom>
                  <a:avLst/>
                  <a:gdLst>
                    <a:gd name="connsiteX0" fmla="*/ 308467 w 332211"/>
                    <a:gd name="connsiteY0" fmla="*/ 0 h 217688"/>
                    <a:gd name="connsiteX1" fmla="*/ 332211 w 332211"/>
                    <a:gd name="connsiteY1" fmla="*/ 39084 h 217688"/>
                    <a:gd name="connsiteX2" fmla="*/ 22860 w 332211"/>
                    <a:gd name="connsiteY2" fmla="*/ 217688 h 217688"/>
                    <a:gd name="connsiteX3" fmla="*/ 0 w 332211"/>
                    <a:gd name="connsiteY3" fmla="*/ 178093 h 217688"/>
                    <a:gd name="connsiteX4" fmla="*/ 308467 w 332211"/>
                    <a:gd name="connsiteY4" fmla="*/ 0 h 217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11" h="217688">
                      <a:moveTo>
                        <a:pt x="308467" y="0"/>
                      </a:moveTo>
                      <a:lnTo>
                        <a:pt x="332211" y="39084"/>
                      </a:lnTo>
                      <a:lnTo>
                        <a:pt x="22860" y="217688"/>
                      </a:lnTo>
                      <a:lnTo>
                        <a:pt x="0" y="178093"/>
                      </a:lnTo>
                      <a:lnTo>
                        <a:pt x="30846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" name="Freeform: Shape 283">
                  <a:extLst>
                    <a:ext uri="{FF2B5EF4-FFF2-40B4-BE49-F238E27FC236}">
                      <a16:creationId xmlns:a16="http://schemas.microsoft.com/office/drawing/2014/main" id="{9F8EC6FA-11A0-057B-C68C-992288E20730}"/>
                    </a:ext>
                  </a:extLst>
                </p:cNvPr>
                <p:cNvSpPr/>
                <p:nvPr/>
              </p:nvSpPr>
              <p:spPr>
                <a:xfrm>
                  <a:off x="8032234" y="4528904"/>
                  <a:ext cx="328066" cy="215294"/>
                </a:xfrm>
                <a:custGeom>
                  <a:avLst/>
                  <a:gdLst>
                    <a:gd name="connsiteX0" fmla="*/ 23744 w 328066"/>
                    <a:gd name="connsiteY0" fmla="*/ 0 h 215294"/>
                    <a:gd name="connsiteX1" fmla="*/ 328066 w 328066"/>
                    <a:gd name="connsiteY1" fmla="*/ 175700 h 215294"/>
                    <a:gd name="connsiteX2" fmla="*/ 305206 w 328066"/>
                    <a:gd name="connsiteY2" fmla="*/ 215294 h 215294"/>
                    <a:gd name="connsiteX3" fmla="*/ 0 w 328066"/>
                    <a:gd name="connsiteY3" fmla="*/ 39084 h 215294"/>
                    <a:gd name="connsiteX4" fmla="*/ 23744 w 328066"/>
                    <a:gd name="connsiteY4" fmla="*/ 0 h 215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6" h="215294">
                      <a:moveTo>
                        <a:pt x="23744" y="0"/>
                      </a:moveTo>
                      <a:lnTo>
                        <a:pt x="328066" y="175700"/>
                      </a:lnTo>
                      <a:lnTo>
                        <a:pt x="305206" y="215294"/>
                      </a:lnTo>
                      <a:lnTo>
                        <a:pt x="0" y="39084"/>
                      </a:lnTo>
                      <a:lnTo>
                        <a:pt x="2374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" name="Freeform: Shape 284">
                  <a:extLst>
                    <a:ext uri="{FF2B5EF4-FFF2-40B4-BE49-F238E27FC236}">
                      <a16:creationId xmlns:a16="http://schemas.microsoft.com/office/drawing/2014/main" id="{90F5FA08-C656-746B-0FD2-0AFBFA2C088E}"/>
                    </a:ext>
                  </a:extLst>
                </p:cNvPr>
                <p:cNvSpPr/>
                <p:nvPr/>
              </p:nvSpPr>
              <p:spPr>
                <a:xfrm>
                  <a:off x="4225765" y="4997386"/>
                  <a:ext cx="283736" cy="283869"/>
                </a:xfrm>
                <a:custGeom>
                  <a:avLst/>
                  <a:gdLst>
                    <a:gd name="connsiteX0" fmla="*/ 251541 w 283736"/>
                    <a:gd name="connsiteY0" fmla="*/ 0 h 283869"/>
                    <a:gd name="connsiteX1" fmla="*/ 268265 w 283736"/>
                    <a:gd name="connsiteY1" fmla="*/ 18401 h 283869"/>
                    <a:gd name="connsiteX2" fmla="*/ 283736 w 283736"/>
                    <a:gd name="connsiteY2" fmla="*/ 32462 h 283869"/>
                    <a:gd name="connsiteX3" fmla="*/ 32328 w 283736"/>
                    <a:gd name="connsiteY3" fmla="*/ 283869 h 283869"/>
                    <a:gd name="connsiteX4" fmla="*/ 0 w 283736"/>
                    <a:gd name="connsiteY4" fmla="*/ 251541 h 283869"/>
                    <a:gd name="connsiteX5" fmla="*/ 251541 w 283736"/>
                    <a:gd name="connsiteY5" fmla="*/ 0 h 283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6" h="283869">
                      <a:moveTo>
                        <a:pt x="251541" y="0"/>
                      </a:moveTo>
                      <a:lnTo>
                        <a:pt x="268265" y="18401"/>
                      </a:lnTo>
                      <a:lnTo>
                        <a:pt x="283736" y="32462"/>
                      </a:lnTo>
                      <a:lnTo>
                        <a:pt x="32328" y="283869"/>
                      </a:lnTo>
                      <a:lnTo>
                        <a:pt x="0" y="251541"/>
                      </a:lnTo>
                      <a:lnTo>
                        <a:pt x="25154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" name="Freeform: Shape 285">
                  <a:extLst>
                    <a:ext uri="{FF2B5EF4-FFF2-40B4-BE49-F238E27FC236}">
                      <a16:creationId xmlns:a16="http://schemas.microsoft.com/office/drawing/2014/main" id="{B654A3FF-EA9B-F22C-0087-41A09DF4BEB0}"/>
                    </a:ext>
                  </a:extLst>
                </p:cNvPr>
                <p:cNvSpPr/>
                <p:nvPr/>
              </p:nvSpPr>
              <p:spPr>
                <a:xfrm>
                  <a:off x="7669079" y="5000318"/>
                  <a:ext cx="281070" cy="280936"/>
                </a:xfrm>
                <a:custGeom>
                  <a:avLst/>
                  <a:gdLst>
                    <a:gd name="connsiteX0" fmla="*/ 32462 w 281070"/>
                    <a:gd name="connsiteY0" fmla="*/ 0 h 280936"/>
                    <a:gd name="connsiteX1" fmla="*/ 281070 w 281070"/>
                    <a:gd name="connsiteY1" fmla="*/ 248608 h 280936"/>
                    <a:gd name="connsiteX2" fmla="*/ 248742 w 281070"/>
                    <a:gd name="connsiteY2" fmla="*/ 280936 h 280936"/>
                    <a:gd name="connsiteX3" fmla="*/ 0 w 281070"/>
                    <a:gd name="connsiteY3" fmla="*/ 32194 h 280936"/>
                    <a:gd name="connsiteX4" fmla="*/ 18403 w 281070"/>
                    <a:gd name="connsiteY4" fmla="*/ 15468 h 280936"/>
                    <a:gd name="connsiteX5" fmla="*/ 32462 w 281070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70" h="280936">
                      <a:moveTo>
                        <a:pt x="32462" y="0"/>
                      </a:moveTo>
                      <a:lnTo>
                        <a:pt x="281070" y="248608"/>
                      </a:lnTo>
                      <a:lnTo>
                        <a:pt x="248742" y="280936"/>
                      </a:lnTo>
                      <a:lnTo>
                        <a:pt x="0" y="32194"/>
                      </a:lnTo>
                      <a:lnTo>
                        <a:pt x="18403" y="15468"/>
                      </a:lnTo>
                      <a:lnTo>
                        <a:pt x="3246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Freeform: Shape 286">
                  <a:extLst>
                    <a:ext uri="{FF2B5EF4-FFF2-40B4-BE49-F238E27FC236}">
                      <a16:creationId xmlns:a16="http://schemas.microsoft.com/office/drawing/2014/main" id="{55029542-2DA8-ABC8-A354-FAD540E11285}"/>
                    </a:ext>
                  </a:extLst>
                </p:cNvPr>
                <p:cNvSpPr/>
                <p:nvPr/>
              </p:nvSpPr>
              <p:spPr>
                <a:xfrm>
                  <a:off x="4762823" y="5360009"/>
                  <a:ext cx="217217" cy="331397"/>
                </a:xfrm>
                <a:custGeom>
                  <a:avLst/>
                  <a:gdLst>
                    <a:gd name="connsiteX0" fmla="*/ 178134 w 217217"/>
                    <a:gd name="connsiteY0" fmla="*/ 0 h 331397"/>
                    <a:gd name="connsiteX1" fmla="*/ 217217 w 217217"/>
                    <a:gd name="connsiteY1" fmla="*/ 23744 h 331397"/>
                    <a:gd name="connsiteX2" fmla="*/ 39593 w 217217"/>
                    <a:gd name="connsiteY2" fmla="*/ 331397 h 331397"/>
                    <a:gd name="connsiteX3" fmla="*/ 0 w 217217"/>
                    <a:gd name="connsiteY3" fmla="*/ 308537 h 331397"/>
                    <a:gd name="connsiteX4" fmla="*/ 178134 w 217217"/>
                    <a:gd name="connsiteY4" fmla="*/ 0 h 331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7">
                      <a:moveTo>
                        <a:pt x="178134" y="0"/>
                      </a:moveTo>
                      <a:lnTo>
                        <a:pt x="217217" y="23744"/>
                      </a:lnTo>
                      <a:lnTo>
                        <a:pt x="39593" y="331397"/>
                      </a:lnTo>
                      <a:lnTo>
                        <a:pt x="0" y="308537"/>
                      </a:lnTo>
                      <a:lnTo>
                        <a:pt x="17813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" name="Freeform: Shape 287">
                  <a:extLst>
                    <a:ext uri="{FF2B5EF4-FFF2-40B4-BE49-F238E27FC236}">
                      <a16:creationId xmlns:a16="http://schemas.microsoft.com/office/drawing/2014/main" id="{49294F85-7790-583B-0190-60B7D02F83A9}"/>
                    </a:ext>
                  </a:extLst>
                </p:cNvPr>
                <p:cNvSpPr/>
                <p:nvPr/>
              </p:nvSpPr>
              <p:spPr>
                <a:xfrm>
                  <a:off x="7197328" y="5362526"/>
                  <a:ext cx="215764" cy="328878"/>
                </a:xfrm>
                <a:custGeom>
                  <a:avLst/>
                  <a:gdLst>
                    <a:gd name="connsiteX0" fmla="*/ 39084 w 215764"/>
                    <a:gd name="connsiteY0" fmla="*/ 0 h 328878"/>
                    <a:gd name="connsiteX1" fmla="*/ 215764 w 215764"/>
                    <a:gd name="connsiteY1" fmla="*/ 306019 h 328878"/>
                    <a:gd name="connsiteX2" fmla="*/ 176170 w 215764"/>
                    <a:gd name="connsiteY2" fmla="*/ 328878 h 328878"/>
                    <a:gd name="connsiteX3" fmla="*/ 0 w 215764"/>
                    <a:gd name="connsiteY3" fmla="*/ 23744 h 328878"/>
                    <a:gd name="connsiteX4" fmla="*/ 39084 w 215764"/>
                    <a:gd name="connsiteY4" fmla="*/ 0 h 3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4" h="328878">
                      <a:moveTo>
                        <a:pt x="39084" y="0"/>
                      </a:moveTo>
                      <a:lnTo>
                        <a:pt x="215764" y="306019"/>
                      </a:lnTo>
                      <a:lnTo>
                        <a:pt x="176170" y="328878"/>
                      </a:lnTo>
                      <a:lnTo>
                        <a:pt x="0" y="23744"/>
                      </a:lnTo>
                      <a:lnTo>
                        <a:pt x="3908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" name="Freeform: Shape 288">
                  <a:extLst>
                    <a:ext uri="{FF2B5EF4-FFF2-40B4-BE49-F238E27FC236}">
                      <a16:creationId xmlns:a16="http://schemas.microsoft.com/office/drawing/2014/main" id="{3C0D8AC2-B49E-7EA1-476C-4FD5FA5FE344}"/>
                    </a:ext>
                  </a:extLst>
                </p:cNvPr>
                <p:cNvSpPr/>
                <p:nvPr/>
              </p:nvSpPr>
              <p:spPr>
                <a:xfrm>
                  <a:off x="5390184" y="5591812"/>
                  <a:ext cx="136202" cy="354889"/>
                </a:xfrm>
                <a:custGeom>
                  <a:avLst/>
                  <a:gdLst>
                    <a:gd name="connsiteX0" fmla="*/ 91922 w 136202"/>
                    <a:gd name="connsiteY0" fmla="*/ 0 h 354889"/>
                    <a:gd name="connsiteX1" fmla="*/ 136202 w 136202"/>
                    <a:gd name="connsiteY1" fmla="*/ 11385 h 354889"/>
                    <a:gd name="connsiteX2" fmla="*/ 44161 w 136202"/>
                    <a:gd name="connsiteY2" fmla="*/ 354889 h 354889"/>
                    <a:gd name="connsiteX3" fmla="*/ 0 w 136202"/>
                    <a:gd name="connsiteY3" fmla="*/ 343056 h 354889"/>
                    <a:gd name="connsiteX4" fmla="*/ 91922 w 136202"/>
                    <a:gd name="connsiteY4" fmla="*/ 0 h 354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9">
                      <a:moveTo>
                        <a:pt x="91922" y="0"/>
                      </a:moveTo>
                      <a:lnTo>
                        <a:pt x="136202" y="11385"/>
                      </a:lnTo>
                      <a:lnTo>
                        <a:pt x="44161" y="354889"/>
                      </a:lnTo>
                      <a:lnTo>
                        <a:pt x="0" y="343056"/>
                      </a:lnTo>
                      <a:lnTo>
                        <a:pt x="9192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" name="Freeform: Shape 289">
                  <a:extLst>
                    <a:ext uri="{FF2B5EF4-FFF2-40B4-BE49-F238E27FC236}">
                      <a16:creationId xmlns:a16="http://schemas.microsoft.com/office/drawing/2014/main" id="{A23DF1FC-1F76-A634-4AAE-8ADB9BB51EB9}"/>
                    </a:ext>
                  </a:extLst>
                </p:cNvPr>
                <p:cNvSpPr/>
                <p:nvPr/>
              </p:nvSpPr>
              <p:spPr>
                <a:xfrm>
                  <a:off x="6649888" y="5593157"/>
                  <a:ext cx="135842" cy="353542"/>
                </a:xfrm>
                <a:custGeom>
                  <a:avLst/>
                  <a:gdLst>
                    <a:gd name="connsiteX0" fmla="*/ 44281 w 135842"/>
                    <a:gd name="connsiteY0" fmla="*/ 0 h 353542"/>
                    <a:gd name="connsiteX1" fmla="*/ 135842 w 135842"/>
                    <a:gd name="connsiteY1" fmla="*/ 341709 h 353542"/>
                    <a:gd name="connsiteX2" fmla="*/ 91681 w 135842"/>
                    <a:gd name="connsiteY2" fmla="*/ 353542 h 353542"/>
                    <a:gd name="connsiteX3" fmla="*/ 0 w 135842"/>
                    <a:gd name="connsiteY3" fmla="*/ 11386 h 353542"/>
                    <a:gd name="connsiteX4" fmla="*/ 44281 w 135842"/>
                    <a:gd name="connsiteY4" fmla="*/ 0 h 353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2" h="353542">
                      <a:moveTo>
                        <a:pt x="44281" y="0"/>
                      </a:moveTo>
                      <a:lnTo>
                        <a:pt x="135842" y="341709"/>
                      </a:lnTo>
                      <a:lnTo>
                        <a:pt x="91681" y="353542"/>
                      </a:lnTo>
                      <a:lnTo>
                        <a:pt x="0" y="11386"/>
                      </a:lnTo>
                      <a:lnTo>
                        <a:pt x="4428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" name="Freeform: Shape 290">
                  <a:extLst>
                    <a:ext uri="{FF2B5EF4-FFF2-40B4-BE49-F238E27FC236}">
                      <a16:creationId xmlns:a16="http://schemas.microsoft.com/office/drawing/2014/main" id="{44C625D0-CE56-AFF0-637A-EE2B0C2D3C9C}"/>
                    </a:ext>
                  </a:extLst>
                </p:cNvPr>
                <p:cNvSpPr/>
                <p:nvPr/>
              </p:nvSpPr>
              <p:spPr>
                <a:xfrm>
                  <a:off x="6065099" y="5675878"/>
                  <a:ext cx="45719" cy="353863"/>
                </a:xfrm>
                <a:custGeom>
                  <a:avLst/>
                  <a:gdLst>
                    <a:gd name="connsiteX0" fmla="*/ 0 w 45719"/>
                    <a:gd name="connsiteY0" fmla="*/ 0 h 353863"/>
                    <a:gd name="connsiteX1" fmla="*/ 25658 w 45719"/>
                    <a:gd name="connsiteY1" fmla="*/ 1295 h 353863"/>
                    <a:gd name="connsiteX2" fmla="*/ 45719 w 45719"/>
                    <a:gd name="connsiteY2" fmla="*/ 282 h 353863"/>
                    <a:gd name="connsiteX3" fmla="*/ 45719 w 45719"/>
                    <a:gd name="connsiteY3" fmla="*/ 353863 h 353863"/>
                    <a:gd name="connsiteX4" fmla="*/ 0 w 45719"/>
                    <a:gd name="connsiteY4" fmla="*/ 353863 h 353863"/>
                    <a:gd name="connsiteX5" fmla="*/ 0 w 45719"/>
                    <a:gd name="connsiteY5" fmla="*/ 0 h 353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9" h="353863">
                      <a:moveTo>
                        <a:pt x="0" y="0"/>
                      </a:moveTo>
                      <a:lnTo>
                        <a:pt x="25658" y="1295"/>
                      </a:lnTo>
                      <a:lnTo>
                        <a:pt x="45719" y="282"/>
                      </a:lnTo>
                      <a:lnTo>
                        <a:pt x="45719" y="353863"/>
                      </a:lnTo>
                      <a:lnTo>
                        <a:pt x="0" y="3538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10" name="Circle: Hollow 263">
              <a:extLst>
                <a:ext uri="{FF2B5EF4-FFF2-40B4-BE49-F238E27FC236}">
                  <a16:creationId xmlns:a16="http://schemas.microsoft.com/office/drawing/2014/main" id="{A7900EBE-C188-D766-738C-A7C5B08135C0}"/>
                </a:ext>
              </a:extLst>
            </p:cNvPr>
            <p:cNvSpPr/>
            <p:nvPr/>
          </p:nvSpPr>
          <p:spPr>
            <a:xfrm>
              <a:off x="2536424" y="967127"/>
              <a:ext cx="4877362" cy="4877362"/>
            </a:xfrm>
            <a:prstGeom prst="donut">
              <a:avLst>
                <a:gd name="adj" fmla="val 120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Circle: Hollow 264">
              <a:extLst>
                <a:ext uri="{FF2B5EF4-FFF2-40B4-BE49-F238E27FC236}">
                  <a16:creationId xmlns:a16="http://schemas.microsoft.com/office/drawing/2014/main" id="{3EB73F50-F9A7-67FF-74BF-0D6CB4AE5B51}"/>
                </a:ext>
              </a:extLst>
            </p:cNvPr>
            <p:cNvSpPr/>
            <p:nvPr/>
          </p:nvSpPr>
          <p:spPr>
            <a:xfrm>
              <a:off x="2215784" y="646487"/>
              <a:ext cx="5518642" cy="5518642"/>
            </a:xfrm>
            <a:prstGeom prst="donut">
              <a:avLst>
                <a:gd name="adj" fmla="val 6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65" name="Google Shape;477;p1">
            <a:extLst>
              <a:ext uri="{FF2B5EF4-FFF2-40B4-BE49-F238E27FC236}">
                <a16:creationId xmlns:a16="http://schemas.microsoft.com/office/drawing/2014/main" id="{AB630D06-C92C-E53E-6EB2-C22794A31B19}"/>
              </a:ext>
            </a:extLst>
          </p:cNvPr>
          <p:cNvSpPr/>
          <p:nvPr/>
        </p:nvSpPr>
        <p:spPr>
          <a:xfrm flipH="1">
            <a:off x="5282786" y="103077"/>
            <a:ext cx="386494" cy="491283"/>
          </a:xfrm>
          <a:custGeom>
            <a:avLst/>
            <a:gdLst/>
            <a:ahLst/>
            <a:cxnLst/>
            <a:rect l="l" t="t" r="r" b="b"/>
            <a:pathLst>
              <a:path w="2221473" h="2823776" extrusionOk="0">
                <a:moveTo>
                  <a:pt x="361496" y="1070087"/>
                </a:moveTo>
                <a:lnTo>
                  <a:pt x="676002" y="1396296"/>
                </a:lnTo>
                <a:lnTo>
                  <a:pt x="821417" y="1221127"/>
                </a:lnTo>
                <a:lnTo>
                  <a:pt x="621149" y="1026182"/>
                </a:lnTo>
                <a:lnTo>
                  <a:pt x="778629" y="909320"/>
                </a:lnTo>
                <a:lnTo>
                  <a:pt x="1158331" y="1270000"/>
                </a:lnTo>
                <a:lnTo>
                  <a:pt x="686526" y="1724318"/>
                </a:lnTo>
                <a:lnTo>
                  <a:pt x="0" y="1075348"/>
                </a:lnTo>
                <a:lnTo>
                  <a:pt x="768531" y="280147"/>
                </a:lnTo>
                <a:lnTo>
                  <a:pt x="1860277" y="1378243"/>
                </a:lnTo>
                <a:cubicBezTo>
                  <a:pt x="1858977" y="1285321"/>
                  <a:pt x="1857676" y="1192400"/>
                  <a:pt x="1856376" y="1099478"/>
                </a:cubicBezTo>
                <a:lnTo>
                  <a:pt x="1284241" y="554355"/>
                </a:lnTo>
                <a:lnTo>
                  <a:pt x="1825233" y="0"/>
                </a:lnTo>
                <a:lnTo>
                  <a:pt x="2221473" y="320062"/>
                </a:lnTo>
                <a:lnTo>
                  <a:pt x="2217420" y="650262"/>
                </a:lnTo>
                <a:lnTo>
                  <a:pt x="2026920" y="820351"/>
                </a:lnTo>
                <a:lnTo>
                  <a:pt x="1751511" y="570342"/>
                </a:lnTo>
                <a:lnTo>
                  <a:pt x="1858827" y="440802"/>
                </a:lnTo>
                <a:lnTo>
                  <a:pt x="2025197" y="597012"/>
                </a:lnTo>
                <a:lnTo>
                  <a:pt x="2132512" y="503667"/>
                </a:lnTo>
                <a:lnTo>
                  <a:pt x="1837872" y="249667"/>
                </a:lnTo>
                <a:lnTo>
                  <a:pt x="1552122" y="569707"/>
                </a:lnTo>
                <a:lnTo>
                  <a:pt x="2071552" y="1052307"/>
                </a:lnTo>
                <a:cubicBezTo>
                  <a:pt x="2069859" y="1235187"/>
                  <a:pt x="2068165" y="1418067"/>
                  <a:pt x="2066472" y="1600947"/>
                </a:cubicBezTo>
                <a:lnTo>
                  <a:pt x="2213792" y="1738107"/>
                </a:lnTo>
                <a:cubicBezTo>
                  <a:pt x="2216060" y="1922106"/>
                  <a:pt x="2218327" y="2106104"/>
                  <a:pt x="2220595" y="2290103"/>
                </a:cubicBezTo>
                <a:lnTo>
                  <a:pt x="1877060" y="2292552"/>
                </a:lnTo>
                <a:lnTo>
                  <a:pt x="1347078" y="1760422"/>
                </a:lnTo>
                <a:lnTo>
                  <a:pt x="924168" y="2170654"/>
                </a:lnTo>
                <a:lnTo>
                  <a:pt x="1270906" y="2520539"/>
                </a:lnTo>
                <a:lnTo>
                  <a:pt x="1375681" y="2366576"/>
                </a:lnTo>
                <a:lnTo>
                  <a:pt x="1199877" y="2216716"/>
                </a:lnTo>
                <a:lnTo>
                  <a:pt x="1355271" y="2047987"/>
                </a:lnTo>
                <a:lnTo>
                  <a:pt x="1712595" y="2369116"/>
                </a:lnTo>
                <a:lnTo>
                  <a:pt x="1291046" y="2823776"/>
                </a:lnTo>
                <a:lnTo>
                  <a:pt x="579846" y="2140174"/>
                </a:lnTo>
                <a:lnTo>
                  <a:pt x="1327269" y="1428974"/>
                </a:lnTo>
                <a:lnTo>
                  <a:pt x="1952109" y="2058872"/>
                </a:lnTo>
                <a:lnTo>
                  <a:pt x="2200002" y="2063952"/>
                </a:lnTo>
                <a:lnTo>
                  <a:pt x="813162" y="647358"/>
                </a:lnTo>
                <a:lnTo>
                  <a:pt x="361496" y="1070087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1A822B9E-511C-93D1-3E1F-83895E6B4C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336" y="6314044"/>
            <a:ext cx="396129" cy="38994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E1CE9F17-5E52-B67B-4201-484399A4F11B}"/>
              </a:ext>
            </a:extLst>
          </p:cNvPr>
          <p:cNvSpPr txBox="1"/>
          <p:nvPr/>
        </p:nvSpPr>
        <p:spPr>
          <a:xfrm>
            <a:off x="6407054" y="6400143"/>
            <a:ext cx="7558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01 of 15</a:t>
            </a:r>
            <a:endParaRPr lang="en-ID" sz="1200" i="1" dirty="0">
              <a:solidFill>
                <a:schemeClr val="bg1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468F711-C4D1-E081-2A78-BE1783912537}"/>
              </a:ext>
            </a:extLst>
          </p:cNvPr>
          <p:cNvSpPr txBox="1"/>
          <p:nvPr/>
        </p:nvSpPr>
        <p:spPr>
          <a:xfrm>
            <a:off x="11608668" y="762995"/>
            <a:ext cx="5797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2</a:t>
            </a:r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r>
              <a:rPr lang="en-US" sz="800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of</a:t>
            </a:r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15</a:t>
            </a:r>
            <a:endParaRPr lang="en-ID" sz="800" b="1" i="1" dirty="0">
              <a:solidFill>
                <a:schemeClr val="bg1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986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4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1" presetClass="emph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mph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mph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1" presetClass="exit" presetSubtype="3" fill="hold" grpId="2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wheel(3)">
                                      <p:cBhvr>
                                        <p:cTn id="3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1" presetClass="emph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6" grpId="2" animBg="1"/>
      <p:bldP spid="7" grpId="0" animBg="1"/>
      <p:bldP spid="7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77BF20-E4F3-32DC-1457-ABF30E8FF5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1C6F8A6-E338-2A34-B9EB-7E87508D55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896" y="6270864"/>
            <a:ext cx="396129" cy="389940"/>
          </a:xfrm>
          <a:prstGeom prst="rect">
            <a:avLst/>
          </a:prstGeom>
        </p:spPr>
      </p:pic>
      <p:sp>
        <p:nvSpPr>
          <p:cNvPr id="4" name="Google Shape;477;p1">
            <a:extLst>
              <a:ext uri="{FF2B5EF4-FFF2-40B4-BE49-F238E27FC236}">
                <a16:creationId xmlns:a16="http://schemas.microsoft.com/office/drawing/2014/main" id="{2AEE6BD1-4A5C-5C7D-04FD-644B469805DB}"/>
              </a:ext>
            </a:extLst>
          </p:cNvPr>
          <p:cNvSpPr/>
          <p:nvPr/>
        </p:nvSpPr>
        <p:spPr>
          <a:xfrm flipH="1">
            <a:off x="5069426" y="57357"/>
            <a:ext cx="386494" cy="491283"/>
          </a:xfrm>
          <a:custGeom>
            <a:avLst/>
            <a:gdLst/>
            <a:ahLst/>
            <a:cxnLst/>
            <a:rect l="l" t="t" r="r" b="b"/>
            <a:pathLst>
              <a:path w="2221473" h="2823776" extrusionOk="0">
                <a:moveTo>
                  <a:pt x="361496" y="1070087"/>
                </a:moveTo>
                <a:lnTo>
                  <a:pt x="676002" y="1396296"/>
                </a:lnTo>
                <a:lnTo>
                  <a:pt x="821417" y="1221127"/>
                </a:lnTo>
                <a:lnTo>
                  <a:pt x="621149" y="1026182"/>
                </a:lnTo>
                <a:lnTo>
                  <a:pt x="778629" y="909320"/>
                </a:lnTo>
                <a:lnTo>
                  <a:pt x="1158331" y="1270000"/>
                </a:lnTo>
                <a:lnTo>
                  <a:pt x="686526" y="1724318"/>
                </a:lnTo>
                <a:lnTo>
                  <a:pt x="0" y="1075348"/>
                </a:lnTo>
                <a:lnTo>
                  <a:pt x="768531" y="280147"/>
                </a:lnTo>
                <a:lnTo>
                  <a:pt x="1860277" y="1378243"/>
                </a:lnTo>
                <a:cubicBezTo>
                  <a:pt x="1858977" y="1285321"/>
                  <a:pt x="1857676" y="1192400"/>
                  <a:pt x="1856376" y="1099478"/>
                </a:cubicBezTo>
                <a:lnTo>
                  <a:pt x="1284241" y="554355"/>
                </a:lnTo>
                <a:lnTo>
                  <a:pt x="1825233" y="0"/>
                </a:lnTo>
                <a:lnTo>
                  <a:pt x="2221473" y="320062"/>
                </a:lnTo>
                <a:lnTo>
                  <a:pt x="2217420" y="650262"/>
                </a:lnTo>
                <a:lnTo>
                  <a:pt x="2026920" y="820351"/>
                </a:lnTo>
                <a:lnTo>
                  <a:pt x="1751511" y="570342"/>
                </a:lnTo>
                <a:lnTo>
                  <a:pt x="1858827" y="440802"/>
                </a:lnTo>
                <a:lnTo>
                  <a:pt x="2025197" y="597012"/>
                </a:lnTo>
                <a:lnTo>
                  <a:pt x="2132512" y="503667"/>
                </a:lnTo>
                <a:lnTo>
                  <a:pt x="1837872" y="249667"/>
                </a:lnTo>
                <a:lnTo>
                  <a:pt x="1552122" y="569707"/>
                </a:lnTo>
                <a:lnTo>
                  <a:pt x="2071552" y="1052307"/>
                </a:lnTo>
                <a:cubicBezTo>
                  <a:pt x="2069859" y="1235187"/>
                  <a:pt x="2068165" y="1418067"/>
                  <a:pt x="2066472" y="1600947"/>
                </a:cubicBezTo>
                <a:lnTo>
                  <a:pt x="2213792" y="1738107"/>
                </a:lnTo>
                <a:cubicBezTo>
                  <a:pt x="2216060" y="1922106"/>
                  <a:pt x="2218327" y="2106104"/>
                  <a:pt x="2220595" y="2290103"/>
                </a:cubicBezTo>
                <a:lnTo>
                  <a:pt x="1877060" y="2292552"/>
                </a:lnTo>
                <a:lnTo>
                  <a:pt x="1347078" y="1760422"/>
                </a:lnTo>
                <a:lnTo>
                  <a:pt x="924168" y="2170654"/>
                </a:lnTo>
                <a:lnTo>
                  <a:pt x="1270906" y="2520539"/>
                </a:lnTo>
                <a:lnTo>
                  <a:pt x="1375681" y="2366576"/>
                </a:lnTo>
                <a:lnTo>
                  <a:pt x="1199877" y="2216716"/>
                </a:lnTo>
                <a:lnTo>
                  <a:pt x="1355271" y="2047987"/>
                </a:lnTo>
                <a:lnTo>
                  <a:pt x="1712595" y="2369116"/>
                </a:lnTo>
                <a:lnTo>
                  <a:pt x="1291046" y="2823776"/>
                </a:lnTo>
                <a:lnTo>
                  <a:pt x="579846" y="2140174"/>
                </a:lnTo>
                <a:lnTo>
                  <a:pt x="1327269" y="1428974"/>
                </a:lnTo>
                <a:lnTo>
                  <a:pt x="1952109" y="2058872"/>
                </a:lnTo>
                <a:lnTo>
                  <a:pt x="2200002" y="2063952"/>
                </a:lnTo>
                <a:lnTo>
                  <a:pt x="813162" y="647358"/>
                </a:lnTo>
                <a:lnTo>
                  <a:pt x="361496" y="1070087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139B352-0E19-59CA-1B7C-1B4B1EC1024B}"/>
              </a:ext>
            </a:extLst>
          </p:cNvPr>
          <p:cNvGrpSpPr/>
          <p:nvPr/>
        </p:nvGrpSpPr>
        <p:grpSpPr>
          <a:xfrm>
            <a:off x="11322252" y="969234"/>
            <a:ext cx="767930" cy="774222"/>
            <a:chOff x="2154470" y="585173"/>
            <a:chExt cx="5641271" cy="5641271"/>
          </a:xfrm>
          <a:solidFill>
            <a:schemeClr val="bg1">
              <a:lumMod val="75000"/>
              <a:alpha val="60000"/>
            </a:schemeClr>
          </a:solidFill>
          <a:effectLst/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BBEC6FD-42C2-F1B5-2515-B58F7DE8293A}"/>
                </a:ext>
              </a:extLst>
            </p:cNvPr>
            <p:cNvGrpSpPr/>
            <p:nvPr/>
          </p:nvGrpSpPr>
          <p:grpSpPr>
            <a:xfrm>
              <a:off x="2154470" y="585173"/>
              <a:ext cx="5641271" cy="5641271"/>
              <a:chOff x="3267320" y="598425"/>
              <a:chExt cx="5641271" cy="5641271"/>
            </a:xfrm>
            <a:grpFill/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CFBE6FA4-42CB-1F0E-66E2-FD3CE12E0B5D}"/>
                  </a:ext>
                </a:extLst>
              </p:cNvPr>
              <p:cNvGrpSpPr/>
              <p:nvPr/>
            </p:nvGrpSpPr>
            <p:grpSpPr>
              <a:xfrm>
                <a:off x="3267320" y="598425"/>
                <a:ext cx="5641271" cy="5641271"/>
                <a:chOff x="1224922" y="598425"/>
                <a:chExt cx="5641271" cy="5641271"/>
              </a:xfrm>
              <a:grpFill/>
            </p:grpSpPr>
            <p:sp>
              <p:nvSpPr>
                <p:cNvPr id="35" name="Rectangle 80">
                  <a:extLst>
                    <a:ext uri="{FF2B5EF4-FFF2-40B4-BE49-F238E27FC236}">
                      <a16:creationId xmlns:a16="http://schemas.microsoft.com/office/drawing/2014/main" id="{930EEA6C-D77F-31CF-EF69-E437E5C9D02F}"/>
                    </a:ext>
                  </a:extLst>
                </p:cNvPr>
                <p:cNvSpPr/>
                <p:nvPr/>
              </p:nvSpPr>
              <p:spPr>
                <a:xfrm rot="2700000">
                  <a:off x="3958590" y="59842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6" name="Rectangle 81">
                  <a:extLst>
                    <a:ext uri="{FF2B5EF4-FFF2-40B4-BE49-F238E27FC236}">
                      <a16:creationId xmlns:a16="http://schemas.microsoft.com/office/drawing/2014/main" id="{ED93290E-01D7-9596-32EB-65D4CD5D2240}"/>
                    </a:ext>
                  </a:extLst>
                </p:cNvPr>
                <p:cNvSpPr/>
                <p:nvPr/>
              </p:nvSpPr>
              <p:spPr>
                <a:xfrm rot="2700000">
                  <a:off x="3958590" y="606576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7" name="Rectangle 82">
                  <a:extLst>
                    <a:ext uri="{FF2B5EF4-FFF2-40B4-BE49-F238E27FC236}">
                      <a16:creationId xmlns:a16="http://schemas.microsoft.com/office/drawing/2014/main" id="{401055DE-B638-9952-2E82-009A374A1FDC}"/>
                    </a:ext>
                  </a:extLst>
                </p:cNvPr>
                <p:cNvSpPr/>
                <p:nvPr/>
              </p:nvSpPr>
              <p:spPr>
                <a:xfrm rot="3600000">
                  <a:off x="4666115" y="69157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8" name="Rectangle 83">
                  <a:extLst>
                    <a:ext uri="{FF2B5EF4-FFF2-40B4-BE49-F238E27FC236}">
                      <a16:creationId xmlns:a16="http://schemas.microsoft.com/office/drawing/2014/main" id="{FD346797-774D-141E-5622-4AFE037F438C}"/>
                    </a:ext>
                  </a:extLst>
                </p:cNvPr>
                <p:cNvSpPr/>
                <p:nvPr/>
              </p:nvSpPr>
              <p:spPr>
                <a:xfrm rot="3600000">
                  <a:off x="3251065" y="597261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9" name="Rectangle 84">
                  <a:extLst>
                    <a:ext uri="{FF2B5EF4-FFF2-40B4-BE49-F238E27FC236}">
                      <a16:creationId xmlns:a16="http://schemas.microsoft.com/office/drawing/2014/main" id="{17998F5A-A523-61B7-60D1-C9BC8C50C433}"/>
                    </a:ext>
                  </a:extLst>
                </p:cNvPr>
                <p:cNvSpPr/>
                <p:nvPr/>
              </p:nvSpPr>
              <p:spPr>
                <a:xfrm rot="4500000">
                  <a:off x="5325424" y="964667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0" name="Rectangle 85">
                  <a:extLst>
                    <a:ext uri="{FF2B5EF4-FFF2-40B4-BE49-F238E27FC236}">
                      <a16:creationId xmlns:a16="http://schemas.microsoft.com/office/drawing/2014/main" id="{3572B543-259C-7575-8F71-BBA97A567FC8}"/>
                    </a:ext>
                  </a:extLst>
                </p:cNvPr>
                <p:cNvSpPr/>
                <p:nvPr/>
              </p:nvSpPr>
              <p:spPr>
                <a:xfrm rot="4500000">
                  <a:off x="2591756" y="5699520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1" name="Rectangle 86">
                  <a:extLst>
                    <a:ext uri="{FF2B5EF4-FFF2-40B4-BE49-F238E27FC236}">
                      <a16:creationId xmlns:a16="http://schemas.microsoft.com/office/drawing/2014/main" id="{41611FEB-D5A7-54C9-971A-0FA099835C60}"/>
                    </a:ext>
                  </a:extLst>
                </p:cNvPr>
                <p:cNvSpPr/>
                <p:nvPr/>
              </p:nvSpPr>
              <p:spPr>
                <a:xfrm rot="5400000">
                  <a:off x="5891586" y="139909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2" name="Rectangle 87">
                  <a:extLst>
                    <a:ext uri="{FF2B5EF4-FFF2-40B4-BE49-F238E27FC236}">
                      <a16:creationId xmlns:a16="http://schemas.microsoft.com/office/drawing/2014/main" id="{8175AD69-26DC-38E9-A2EF-72D9DD573EBF}"/>
                    </a:ext>
                  </a:extLst>
                </p:cNvPr>
                <p:cNvSpPr/>
                <p:nvPr/>
              </p:nvSpPr>
              <p:spPr>
                <a:xfrm rot="5400000">
                  <a:off x="2025594" y="526508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3" name="Rectangle 88">
                  <a:extLst>
                    <a:ext uri="{FF2B5EF4-FFF2-40B4-BE49-F238E27FC236}">
                      <a16:creationId xmlns:a16="http://schemas.microsoft.com/office/drawing/2014/main" id="{C816608A-EC02-EAFE-23EF-0194B60C02E5}"/>
                    </a:ext>
                  </a:extLst>
                </p:cNvPr>
                <p:cNvSpPr/>
                <p:nvPr/>
              </p:nvSpPr>
              <p:spPr>
                <a:xfrm rot="6300000">
                  <a:off x="6326016" y="196525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4" name="Rectangle 89">
                  <a:extLst>
                    <a:ext uri="{FF2B5EF4-FFF2-40B4-BE49-F238E27FC236}">
                      <a16:creationId xmlns:a16="http://schemas.microsoft.com/office/drawing/2014/main" id="{2CCC6FA3-0CB2-5669-022D-982CBFB46BC2}"/>
                    </a:ext>
                  </a:extLst>
                </p:cNvPr>
                <p:cNvSpPr/>
                <p:nvPr/>
              </p:nvSpPr>
              <p:spPr>
                <a:xfrm rot="6300000">
                  <a:off x="1591164" y="469892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5" name="Rectangle 90">
                  <a:extLst>
                    <a:ext uri="{FF2B5EF4-FFF2-40B4-BE49-F238E27FC236}">
                      <a16:creationId xmlns:a16="http://schemas.microsoft.com/office/drawing/2014/main" id="{761E1758-DE48-0B55-564E-AC4DC3763530}"/>
                    </a:ext>
                  </a:extLst>
                </p:cNvPr>
                <p:cNvSpPr/>
                <p:nvPr/>
              </p:nvSpPr>
              <p:spPr>
                <a:xfrm rot="7200000">
                  <a:off x="6599111" y="262456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6" name="Rectangle 91">
                  <a:extLst>
                    <a:ext uri="{FF2B5EF4-FFF2-40B4-BE49-F238E27FC236}">
                      <a16:creationId xmlns:a16="http://schemas.microsoft.com/office/drawing/2014/main" id="{29B27A9C-5192-C5C0-0873-57E241107B89}"/>
                    </a:ext>
                  </a:extLst>
                </p:cNvPr>
                <p:cNvSpPr/>
                <p:nvPr/>
              </p:nvSpPr>
              <p:spPr>
                <a:xfrm rot="7200000">
                  <a:off x="1318069" y="403961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7" name="Rectangle 92">
                  <a:extLst>
                    <a:ext uri="{FF2B5EF4-FFF2-40B4-BE49-F238E27FC236}">
                      <a16:creationId xmlns:a16="http://schemas.microsoft.com/office/drawing/2014/main" id="{F38FD418-BD0D-A583-9BDA-3022E20753EE}"/>
                    </a:ext>
                  </a:extLst>
                </p:cNvPr>
                <p:cNvSpPr/>
                <p:nvPr/>
              </p:nvSpPr>
              <p:spPr>
                <a:xfrm rot="8100000">
                  <a:off x="6692259" y="3332094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8" name="Rectangle 93">
                  <a:extLst>
                    <a:ext uri="{FF2B5EF4-FFF2-40B4-BE49-F238E27FC236}">
                      <a16:creationId xmlns:a16="http://schemas.microsoft.com/office/drawing/2014/main" id="{746B5242-F2FD-3322-DECB-A0AD7D8373B9}"/>
                    </a:ext>
                  </a:extLst>
                </p:cNvPr>
                <p:cNvSpPr/>
                <p:nvPr/>
              </p:nvSpPr>
              <p:spPr>
                <a:xfrm rot="8100000">
                  <a:off x="1224922" y="3332094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9" name="Rectangle 94">
                  <a:extLst>
                    <a:ext uri="{FF2B5EF4-FFF2-40B4-BE49-F238E27FC236}">
                      <a16:creationId xmlns:a16="http://schemas.microsoft.com/office/drawing/2014/main" id="{895DD765-94A3-955A-0C3F-72883614E4CE}"/>
                    </a:ext>
                  </a:extLst>
                </p:cNvPr>
                <p:cNvSpPr/>
                <p:nvPr/>
              </p:nvSpPr>
              <p:spPr>
                <a:xfrm rot="9000000">
                  <a:off x="6599111" y="403961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0" name="Rectangle 95">
                  <a:extLst>
                    <a:ext uri="{FF2B5EF4-FFF2-40B4-BE49-F238E27FC236}">
                      <a16:creationId xmlns:a16="http://schemas.microsoft.com/office/drawing/2014/main" id="{847ECC8B-5F16-E3D6-017E-139972318C6B}"/>
                    </a:ext>
                  </a:extLst>
                </p:cNvPr>
                <p:cNvSpPr/>
                <p:nvPr/>
              </p:nvSpPr>
              <p:spPr>
                <a:xfrm rot="9000000">
                  <a:off x="1318069" y="262456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1" name="Rectangle 96">
                  <a:extLst>
                    <a:ext uri="{FF2B5EF4-FFF2-40B4-BE49-F238E27FC236}">
                      <a16:creationId xmlns:a16="http://schemas.microsoft.com/office/drawing/2014/main" id="{09FCFD6A-55BA-716F-2CDE-4CB72BA5FF83}"/>
                    </a:ext>
                  </a:extLst>
                </p:cNvPr>
                <p:cNvSpPr/>
                <p:nvPr/>
              </p:nvSpPr>
              <p:spPr>
                <a:xfrm rot="9900000">
                  <a:off x="6326016" y="469892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2" name="Rectangle 97">
                  <a:extLst>
                    <a:ext uri="{FF2B5EF4-FFF2-40B4-BE49-F238E27FC236}">
                      <a16:creationId xmlns:a16="http://schemas.microsoft.com/office/drawing/2014/main" id="{080B90AC-8A11-6C16-9A3E-7787CC394A17}"/>
                    </a:ext>
                  </a:extLst>
                </p:cNvPr>
                <p:cNvSpPr/>
                <p:nvPr/>
              </p:nvSpPr>
              <p:spPr>
                <a:xfrm rot="9900000">
                  <a:off x="1591164" y="196525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3" name="Rectangle 98">
                  <a:extLst>
                    <a:ext uri="{FF2B5EF4-FFF2-40B4-BE49-F238E27FC236}">
                      <a16:creationId xmlns:a16="http://schemas.microsoft.com/office/drawing/2014/main" id="{647651A7-9F0A-3E9F-CD75-604C7C472DA4}"/>
                    </a:ext>
                  </a:extLst>
                </p:cNvPr>
                <p:cNvSpPr/>
                <p:nvPr/>
              </p:nvSpPr>
              <p:spPr>
                <a:xfrm rot="10800000">
                  <a:off x="5891586" y="526508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4" name="Rectangle 99">
                  <a:extLst>
                    <a:ext uri="{FF2B5EF4-FFF2-40B4-BE49-F238E27FC236}">
                      <a16:creationId xmlns:a16="http://schemas.microsoft.com/office/drawing/2014/main" id="{8113C0F3-C657-E2D6-B4C8-08945CD5C629}"/>
                    </a:ext>
                  </a:extLst>
                </p:cNvPr>
                <p:cNvSpPr/>
                <p:nvPr/>
              </p:nvSpPr>
              <p:spPr>
                <a:xfrm rot="10800000">
                  <a:off x="2025594" y="139909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5" name="Rectangle 100">
                  <a:extLst>
                    <a:ext uri="{FF2B5EF4-FFF2-40B4-BE49-F238E27FC236}">
                      <a16:creationId xmlns:a16="http://schemas.microsoft.com/office/drawing/2014/main" id="{A31AD490-D24C-48E8-5479-8FD106C3DBB5}"/>
                    </a:ext>
                  </a:extLst>
                </p:cNvPr>
                <p:cNvSpPr/>
                <p:nvPr/>
              </p:nvSpPr>
              <p:spPr>
                <a:xfrm rot="11700000">
                  <a:off x="5325424" y="5699520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6" name="Rectangle 101">
                  <a:extLst>
                    <a:ext uri="{FF2B5EF4-FFF2-40B4-BE49-F238E27FC236}">
                      <a16:creationId xmlns:a16="http://schemas.microsoft.com/office/drawing/2014/main" id="{AFC3F749-20C2-A179-E5B1-1109DA6A55BB}"/>
                    </a:ext>
                  </a:extLst>
                </p:cNvPr>
                <p:cNvSpPr/>
                <p:nvPr/>
              </p:nvSpPr>
              <p:spPr>
                <a:xfrm rot="11700000">
                  <a:off x="2591756" y="964667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7" name="Rectangle 102">
                  <a:extLst>
                    <a:ext uri="{FF2B5EF4-FFF2-40B4-BE49-F238E27FC236}">
                      <a16:creationId xmlns:a16="http://schemas.microsoft.com/office/drawing/2014/main" id="{F790E508-2F0D-7072-E64C-66357F91A541}"/>
                    </a:ext>
                  </a:extLst>
                </p:cNvPr>
                <p:cNvSpPr/>
                <p:nvPr/>
              </p:nvSpPr>
              <p:spPr>
                <a:xfrm rot="12600000">
                  <a:off x="4666115" y="597261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8" name="Rectangle 103">
                  <a:extLst>
                    <a:ext uri="{FF2B5EF4-FFF2-40B4-BE49-F238E27FC236}">
                      <a16:creationId xmlns:a16="http://schemas.microsoft.com/office/drawing/2014/main" id="{50683301-FC75-DA18-C3DF-CF83716D720C}"/>
                    </a:ext>
                  </a:extLst>
                </p:cNvPr>
                <p:cNvSpPr/>
                <p:nvPr/>
              </p:nvSpPr>
              <p:spPr>
                <a:xfrm rot="12600000">
                  <a:off x="3251065" y="69157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0F5B5BD4-EE21-59E2-AC15-B0D1345CA14D}"/>
                  </a:ext>
                </a:extLst>
              </p:cNvPr>
              <p:cNvGrpSpPr/>
              <p:nvPr/>
            </p:nvGrpSpPr>
            <p:grpSpPr>
              <a:xfrm>
                <a:off x="3328637" y="659745"/>
                <a:ext cx="5518640" cy="5518638"/>
                <a:chOff x="3477279" y="808386"/>
                <a:chExt cx="5221355" cy="5221355"/>
              </a:xfrm>
              <a:grpFill/>
            </p:grpSpPr>
            <p:sp>
              <p:nvSpPr>
                <p:cNvPr id="11" name="Freeform: Shape 267">
                  <a:extLst>
                    <a:ext uri="{FF2B5EF4-FFF2-40B4-BE49-F238E27FC236}">
                      <a16:creationId xmlns:a16="http://schemas.microsoft.com/office/drawing/2014/main" id="{7C931651-6634-E22D-A4AE-125C327CBF9E}"/>
                    </a:ext>
                  </a:extLst>
                </p:cNvPr>
                <p:cNvSpPr/>
                <p:nvPr/>
              </p:nvSpPr>
              <p:spPr>
                <a:xfrm>
                  <a:off x="6065098" y="808386"/>
                  <a:ext cx="45718" cy="353859"/>
                </a:xfrm>
                <a:custGeom>
                  <a:avLst/>
                  <a:gdLst>
                    <a:gd name="connsiteX0" fmla="*/ 0 w 45718"/>
                    <a:gd name="connsiteY0" fmla="*/ 0 h 353859"/>
                    <a:gd name="connsiteX1" fmla="*/ 45718 w 45718"/>
                    <a:gd name="connsiteY1" fmla="*/ 0 h 353859"/>
                    <a:gd name="connsiteX2" fmla="*/ 45718 w 45718"/>
                    <a:gd name="connsiteY2" fmla="*/ 353576 h 353859"/>
                    <a:gd name="connsiteX3" fmla="*/ 25658 w 45718"/>
                    <a:gd name="connsiteY3" fmla="*/ 352563 h 353859"/>
                    <a:gd name="connsiteX4" fmla="*/ 0 w 45718"/>
                    <a:gd name="connsiteY4" fmla="*/ 353859 h 353859"/>
                    <a:gd name="connsiteX5" fmla="*/ 0 w 45718"/>
                    <a:gd name="connsiteY5" fmla="*/ 0 h 353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8" h="353859">
                      <a:moveTo>
                        <a:pt x="0" y="0"/>
                      </a:moveTo>
                      <a:lnTo>
                        <a:pt x="45718" y="0"/>
                      </a:lnTo>
                      <a:lnTo>
                        <a:pt x="45718" y="353576"/>
                      </a:lnTo>
                      <a:lnTo>
                        <a:pt x="25658" y="352563"/>
                      </a:lnTo>
                      <a:lnTo>
                        <a:pt x="0" y="35385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" name="Freeform: Shape 268">
                  <a:extLst>
                    <a:ext uri="{FF2B5EF4-FFF2-40B4-BE49-F238E27FC236}">
                      <a16:creationId xmlns:a16="http://schemas.microsoft.com/office/drawing/2014/main" id="{5F020ECE-D16E-0A20-C404-652D294F7C37}"/>
                    </a:ext>
                  </a:extLst>
                </p:cNvPr>
                <p:cNvSpPr/>
                <p:nvPr/>
              </p:nvSpPr>
              <p:spPr>
                <a:xfrm>
                  <a:off x="5390183" y="891424"/>
                  <a:ext cx="136202" cy="354886"/>
                </a:xfrm>
                <a:custGeom>
                  <a:avLst/>
                  <a:gdLst>
                    <a:gd name="connsiteX0" fmla="*/ 44161 w 136202"/>
                    <a:gd name="connsiteY0" fmla="*/ 0 h 354886"/>
                    <a:gd name="connsiteX1" fmla="*/ 136202 w 136202"/>
                    <a:gd name="connsiteY1" fmla="*/ 343500 h 354886"/>
                    <a:gd name="connsiteX2" fmla="*/ 91921 w 136202"/>
                    <a:gd name="connsiteY2" fmla="*/ 354886 h 354886"/>
                    <a:gd name="connsiteX3" fmla="*/ 0 w 136202"/>
                    <a:gd name="connsiteY3" fmla="*/ 11833 h 354886"/>
                    <a:gd name="connsiteX4" fmla="*/ 44161 w 136202"/>
                    <a:gd name="connsiteY4" fmla="*/ 0 h 354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6">
                      <a:moveTo>
                        <a:pt x="44161" y="0"/>
                      </a:moveTo>
                      <a:lnTo>
                        <a:pt x="136202" y="343500"/>
                      </a:lnTo>
                      <a:lnTo>
                        <a:pt x="91921" y="354886"/>
                      </a:lnTo>
                      <a:lnTo>
                        <a:pt x="0" y="11833"/>
                      </a:lnTo>
                      <a:lnTo>
                        <a:pt x="441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" name="Freeform: Shape 269">
                  <a:extLst>
                    <a:ext uri="{FF2B5EF4-FFF2-40B4-BE49-F238E27FC236}">
                      <a16:creationId xmlns:a16="http://schemas.microsoft.com/office/drawing/2014/main" id="{EC728674-5C89-569F-28E4-6AE504076ACA}"/>
                    </a:ext>
                  </a:extLst>
                </p:cNvPr>
                <p:cNvSpPr/>
                <p:nvPr/>
              </p:nvSpPr>
              <p:spPr>
                <a:xfrm>
                  <a:off x="6649891" y="891425"/>
                  <a:ext cx="135841" cy="353538"/>
                </a:xfrm>
                <a:custGeom>
                  <a:avLst/>
                  <a:gdLst>
                    <a:gd name="connsiteX0" fmla="*/ 91679 w 135841"/>
                    <a:gd name="connsiteY0" fmla="*/ 0 h 353538"/>
                    <a:gd name="connsiteX1" fmla="*/ 135841 w 135841"/>
                    <a:gd name="connsiteY1" fmla="*/ 11833 h 353538"/>
                    <a:gd name="connsiteX2" fmla="*/ 44281 w 135841"/>
                    <a:gd name="connsiteY2" fmla="*/ 353538 h 353538"/>
                    <a:gd name="connsiteX3" fmla="*/ 0 w 135841"/>
                    <a:gd name="connsiteY3" fmla="*/ 342153 h 353538"/>
                    <a:gd name="connsiteX4" fmla="*/ 91679 w 135841"/>
                    <a:gd name="connsiteY4" fmla="*/ 0 h 3535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1" h="353538">
                      <a:moveTo>
                        <a:pt x="91679" y="0"/>
                      </a:moveTo>
                      <a:lnTo>
                        <a:pt x="135841" y="11833"/>
                      </a:lnTo>
                      <a:lnTo>
                        <a:pt x="44281" y="353538"/>
                      </a:lnTo>
                      <a:lnTo>
                        <a:pt x="0" y="342153"/>
                      </a:lnTo>
                      <a:lnTo>
                        <a:pt x="9167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" name="Freeform: Shape 270">
                  <a:extLst>
                    <a:ext uri="{FF2B5EF4-FFF2-40B4-BE49-F238E27FC236}">
                      <a16:creationId xmlns:a16="http://schemas.microsoft.com/office/drawing/2014/main" id="{D87EFE5D-87D7-0962-8735-1F954EDB03E4}"/>
                    </a:ext>
                  </a:extLst>
                </p:cNvPr>
                <p:cNvSpPr/>
                <p:nvPr/>
              </p:nvSpPr>
              <p:spPr>
                <a:xfrm>
                  <a:off x="4762821" y="1146720"/>
                  <a:ext cx="217217" cy="331395"/>
                </a:xfrm>
                <a:custGeom>
                  <a:avLst/>
                  <a:gdLst>
                    <a:gd name="connsiteX0" fmla="*/ 39595 w 217217"/>
                    <a:gd name="connsiteY0" fmla="*/ 0 h 331395"/>
                    <a:gd name="connsiteX1" fmla="*/ 217217 w 217217"/>
                    <a:gd name="connsiteY1" fmla="*/ 307651 h 331395"/>
                    <a:gd name="connsiteX2" fmla="*/ 178133 w 217217"/>
                    <a:gd name="connsiteY2" fmla="*/ 331395 h 331395"/>
                    <a:gd name="connsiteX3" fmla="*/ 0 w 217217"/>
                    <a:gd name="connsiteY3" fmla="*/ 22860 h 331395"/>
                    <a:gd name="connsiteX4" fmla="*/ 39595 w 217217"/>
                    <a:gd name="connsiteY4" fmla="*/ 0 h 331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5">
                      <a:moveTo>
                        <a:pt x="39595" y="0"/>
                      </a:moveTo>
                      <a:lnTo>
                        <a:pt x="217217" y="307651"/>
                      </a:lnTo>
                      <a:lnTo>
                        <a:pt x="178133" y="331395"/>
                      </a:lnTo>
                      <a:lnTo>
                        <a:pt x="0" y="22860"/>
                      </a:lnTo>
                      <a:lnTo>
                        <a:pt x="3959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" name="Freeform: Shape 271">
                  <a:extLst>
                    <a:ext uri="{FF2B5EF4-FFF2-40B4-BE49-F238E27FC236}">
                      <a16:creationId xmlns:a16="http://schemas.microsoft.com/office/drawing/2014/main" id="{3F2E30BB-9228-A86D-52C4-ABBD178626A9}"/>
                    </a:ext>
                  </a:extLst>
                </p:cNvPr>
                <p:cNvSpPr/>
                <p:nvPr/>
              </p:nvSpPr>
              <p:spPr>
                <a:xfrm>
                  <a:off x="7197332" y="1146719"/>
                  <a:ext cx="215761" cy="328876"/>
                </a:xfrm>
                <a:custGeom>
                  <a:avLst/>
                  <a:gdLst>
                    <a:gd name="connsiteX0" fmla="*/ 176169 w 215761"/>
                    <a:gd name="connsiteY0" fmla="*/ 0 h 328876"/>
                    <a:gd name="connsiteX1" fmla="*/ 215761 w 215761"/>
                    <a:gd name="connsiteY1" fmla="*/ 22859 h 328876"/>
                    <a:gd name="connsiteX2" fmla="*/ 39082 w 215761"/>
                    <a:gd name="connsiteY2" fmla="*/ 328876 h 328876"/>
                    <a:gd name="connsiteX3" fmla="*/ 0 w 215761"/>
                    <a:gd name="connsiteY3" fmla="*/ 305133 h 328876"/>
                    <a:gd name="connsiteX4" fmla="*/ 176169 w 215761"/>
                    <a:gd name="connsiteY4" fmla="*/ 0 h 3288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1" h="328876">
                      <a:moveTo>
                        <a:pt x="176169" y="0"/>
                      </a:moveTo>
                      <a:lnTo>
                        <a:pt x="215761" y="22859"/>
                      </a:lnTo>
                      <a:lnTo>
                        <a:pt x="39082" y="328876"/>
                      </a:lnTo>
                      <a:lnTo>
                        <a:pt x="0" y="305133"/>
                      </a:lnTo>
                      <a:lnTo>
                        <a:pt x="17616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Freeform: Shape 272">
                  <a:extLst>
                    <a:ext uri="{FF2B5EF4-FFF2-40B4-BE49-F238E27FC236}">
                      <a16:creationId xmlns:a16="http://schemas.microsoft.com/office/drawing/2014/main" id="{FA1BF8A3-2EEA-A126-411A-EF5B51C900E3}"/>
                    </a:ext>
                  </a:extLst>
                </p:cNvPr>
                <p:cNvSpPr/>
                <p:nvPr/>
              </p:nvSpPr>
              <p:spPr>
                <a:xfrm>
                  <a:off x="4225764" y="1556870"/>
                  <a:ext cx="283734" cy="283868"/>
                </a:xfrm>
                <a:custGeom>
                  <a:avLst/>
                  <a:gdLst>
                    <a:gd name="connsiteX0" fmla="*/ 32328 w 283734"/>
                    <a:gd name="connsiteY0" fmla="*/ 0 h 283868"/>
                    <a:gd name="connsiteX1" fmla="*/ 283734 w 283734"/>
                    <a:gd name="connsiteY1" fmla="*/ 251406 h 283868"/>
                    <a:gd name="connsiteX2" fmla="*/ 268266 w 283734"/>
                    <a:gd name="connsiteY2" fmla="*/ 265464 h 283868"/>
                    <a:gd name="connsiteX3" fmla="*/ 251540 w 283734"/>
                    <a:gd name="connsiteY3" fmla="*/ 283868 h 283868"/>
                    <a:gd name="connsiteX4" fmla="*/ 0 w 283734"/>
                    <a:gd name="connsiteY4" fmla="*/ 32328 h 283868"/>
                    <a:gd name="connsiteX5" fmla="*/ 32328 w 283734"/>
                    <a:gd name="connsiteY5" fmla="*/ 0 h 283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4" h="283868">
                      <a:moveTo>
                        <a:pt x="32328" y="0"/>
                      </a:moveTo>
                      <a:lnTo>
                        <a:pt x="283734" y="251406"/>
                      </a:lnTo>
                      <a:lnTo>
                        <a:pt x="268266" y="265464"/>
                      </a:lnTo>
                      <a:lnTo>
                        <a:pt x="251540" y="283868"/>
                      </a:lnTo>
                      <a:lnTo>
                        <a:pt x="0" y="32328"/>
                      </a:lnTo>
                      <a:lnTo>
                        <a:pt x="3232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Freeform: Shape 273">
                  <a:extLst>
                    <a:ext uri="{FF2B5EF4-FFF2-40B4-BE49-F238E27FC236}">
                      <a16:creationId xmlns:a16="http://schemas.microsoft.com/office/drawing/2014/main" id="{721AAAA6-7A6A-FEB0-CAFD-ADEE00E83BA1}"/>
                    </a:ext>
                  </a:extLst>
                </p:cNvPr>
                <p:cNvSpPr/>
                <p:nvPr/>
              </p:nvSpPr>
              <p:spPr>
                <a:xfrm>
                  <a:off x="7669082" y="1556870"/>
                  <a:ext cx="281068" cy="280936"/>
                </a:xfrm>
                <a:custGeom>
                  <a:avLst/>
                  <a:gdLst>
                    <a:gd name="connsiteX0" fmla="*/ 248740 w 281068"/>
                    <a:gd name="connsiteY0" fmla="*/ 0 h 280936"/>
                    <a:gd name="connsiteX1" fmla="*/ 281068 w 281068"/>
                    <a:gd name="connsiteY1" fmla="*/ 32329 h 280936"/>
                    <a:gd name="connsiteX2" fmla="*/ 32462 w 281068"/>
                    <a:gd name="connsiteY2" fmla="*/ 280936 h 280936"/>
                    <a:gd name="connsiteX3" fmla="*/ 18400 w 281068"/>
                    <a:gd name="connsiteY3" fmla="*/ 265464 h 280936"/>
                    <a:gd name="connsiteX4" fmla="*/ 0 w 281068"/>
                    <a:gd name="connsiteY4" fmla="*/ 248741 h 280936"/>
                    <a:gd name="connsiteX5" fmla="*/ 248740 w 281068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68" h="280936">
                      <a:moveTo>
                        <a:pt x="248740" y="0"/>
                      </a:moveTo>
                      <a:lnTo>
                        <a:pt x="281068" y="32329"/>
                      </a:lnTo>
                      <a:lnTo>
                        <a:pt x="32462" y="280936"/>
                      </a:lnTo>
                      <a:lnTo>
                        <a:pt x="18400" y="265464"/>
                      </a:lnTo>
                      <a:lnTo>
                        <a:pt x="0" y="248741"/>
                      </a:lnTo>
                      <a:lnTo>
                        <a:pt x="24874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Freeform: Shape 274">
                  <a:extLst>
                    <a:ext uri="{FF2B5EF4-FFF2-40B4-BE49-F238E27FC236}">
                      <a16:creationId xmlns:a16="http://schemas.microsoft.com/office/drawing/2014/main" id="{A5EB3D29-DB38-AD05-4A13-1CF7C5C9199C}"/>
                    </a:ext>
                  </a:extLst>
                </p:cNvPr>
                <p:cNvSpPr/>
                <p:nvPr/>
              </p:nvSpPr>
              <p:spPr>
                <a:xfrm>
                  <a:off x="3815614" y="2093927"/>
                  <a:ext cx="332209" cy="217687"/>
                </a:xfrm>
                <a:custGeom>
                  <a:avLst/>
                  <a:gdLst>
                    <a:gd name="connsiteX0" fmla="*/ 22860 w 332209"/>
                    <a:gd name="connsiteY0" fmla="*/ 0 h 217687"/>
                    <a:gd name="connsiteX1" fmla="*/ 332209 w 332209"/>
                    <a:gd name="connsiteY1" fmla="*/ 178603 h 217687"/>
                    <a:gd name="connsiteX2" fmla="*/ 308465 w 332209"/>
                    <a:gd name="connsiteY2" fmla="*/ 217687 h 217687"/>
                    <a:gd name="connsiteX3" fmla="*/ 0 w 332209"/>
                    <a:gd name="connsiteY3" fmla="*/ 39594 h 217687"/>
                    <a:gd name="connsiteX4" fmla="*/ 22860 w 332209"/>
                    <a:gd name="connsiteY4" fmla="*/ 0 h 2176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09" h="217687">
                      <a:moveTo>
                        <a:pt x="22860" y="0"/>
                      </a:moveTo>
                      <a:lnTo>
                        <a:pt x="332209" y="178603"/>
                      </a:lnTo>
                      <a:lnTo>
                        <a:pt x="308465" y="217687"/>
                      </a:lnTo>
                      <a:lnTo>
                        <a:pt x="0" y="39594"/>
                      </a:lnTo>
                      <a:lnTo>
                        <a:pt x="2286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Freeform: Shape 275">
                  <a:extLst>
                    <a:ext uri="{FF2B5EF4-FFF2-40B4-BE49-F238E27FC236}">
                      <a16:creationId xmlns:a16="http://schemas.microsoft.com/office/drawing/2014/main" id="{7CEB39FC-6881-E1E4-2C59-2D3B49866B18}"/>
                    </a:ext>
                  </a:extLst>
                </p:cNvPr>
                <p:cNvSpPr/>
                <p:nvPr/>
              </p:nvSpPr>
              <p:spPr>
                <a:xfrm>
                  <a:off x="8032238" y="2093927"/>
                  <a:ext cx="328063" cy="215292"/>
                </a:xfrm>
                <a:custGeom>
                  <a:avLst/>
                  <a:gdLst>
                    <a:gd name="connsiteX0" fmla="*/ 305203 w 328063"/>
                    <a:gd name="connsiteY0" fmla="*/ 0 h 215292"/>
                    <a:gd name="connsiteX1" fmla="*/ 328063 w 328063"/>
                    <a:gd name="connsiteY1" fmla="*/ 39593 h 215292"/>
                    <a:gd name="connsiteX2" fmla="*/ 23743 w 328063"/>
                    <a:gd name="connsiteY2" fmla="*/ 215292 h 215292"/>
                    <a:gd name="connsiteX3" fmla="*/ 0 w 328063"/>
                    <a:gd name="connsiteY3" fmla="*/ 176209 h 215292"/>
                    <a:gd name="connsiteX4" fmla="*/ 305203 w 328063"/>
                    <a:gd name="connsiteY4" fmla="*/ 0 h 215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3" h="215292">
                      <a:moveTo>
                        <a:pt x="305203" y="0"/>
                      </a:moveTo>
                      <a:lnTo>
                        <a:pt x="328063" y="39593"/>
                      </a:lnTo>
                      <a:lnTo>
                        <a:pt x="23743" y="215292"/>
                      </a:lnTo>
                      <a:lnTo>
                        <a:pt x="0" y="176209"/>
                      </a:lnTo>
                      <a:lnTo>
                        <a:pt x="30520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Freeform: Shape 276">
                  <a:extLst>
                    <a:ext uri="{FF2B5EF4-FFF2-40B4-BE49-F238E27FC236}">
                      <a16:creationId xmlns:a16="http://schemas.microsoft.com/office/drawing/2014/main" id="{228B368D-204A-35A2-5477-5226FFB31036}"/>
                    </a:ext>
                  </a:extLst>
                </p:cNvPr>
                <p:cNvSpPr/>
                <p:nvPr/>
              </p:nvSpPr>
              <p:spPr>
                <a:xfrm>
                  <a:off x="3560320" y="2721289"/>
                  <a:ext cx="356833" cy="136723"/>
                </a:xfrm>
                <a:custGeom>
                  <a:avLst/>
                  <a:gdLst>
                    <a:gd name="connsiteX0" fmla="*/ 11833 w 356833"/>
                    <a:gd name="connsiteY0" fmla="*/ 0 h 136723"/>
                    <a:gd name="connsiteX1" fmla="*/ 356833 w 356833"/>
                    <a:gd name="connsiteY1" fmla="*/ 92443 h 136723"/>
                    <a:gd name="connsiteX2" fmla="*/ 345447 w 356833"/>
                    <a:gd name="connsiteY2" fmla="*/ 136723 h 136723"/>
                    <a:gd name="connsiteX3" fmla="*/ 0 w 356833"/>
                    <a:gd name="connsiteY3" fmla="*/ 44161 h 136723"/>
                    <a:gd name="connsiteX4" fmla="*/ 11833 w 356833"/>
                    <a:gd name="connsiteY4" fmla="*/ 0 h 136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3" h="136723">
                      <a:moveTo>
                        <a:pt x="11833" y="0"/>
                      </a:moveTo>
                      <a:lnTo>
                        <a:pt x="356833" y="92443"/>
                      </a:lnTo>
                      <a:lnTo>
                        <a:pt x="345447" y="136723"/>
                      </a:lnTo>
                      <a:lnTo>
                        <a:pt x="0" y="44161"/>
                      </a:lnTo>
                      <a:lnTo>
                        <a:pt x="1183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Freeform: Shape 277">
                  <a:extLst>
                    <a:ext uri="{FF2B5EF4-FFF2-40B4-BE49-F238E27FC236}">
                      <a16:creationId xmlns:a16="http://schemas.microsoft.com/office/drawing/2014/main" id="{C1E9D8AB-0C41-38F1-C3EF-67BFC00CF717}"/>
                    </a:ext>
                  </a:extLst>
                </p:cNvPr>
                <p:cNvSpPr/>
                <p:nvPr/>
              </p:nvSpPr>
              <p:spPr>
                <a:xfrm>
                  <a:off x="8264000" y="2721289"/>
                  <a:ext cx="351595" cy="135321"/>
                </a:xfrm>
                <a:custGeom>
                  <a:avLst/>
                  <a:gdLst>
                    <a:gd name="connsiteX0" fmla="*/ 339761 w 351595"/>
                    <a:gd name="connsiteY0" fmla="*/ 0 h 135321"/>
                    <a:gd name="connsiteX1" fmla="*/ 351595 w 351595"/>
                    <a:gd name="connsiteY1" fmla="*/ 44162 h 135321"/>
                    <a:gd name="connsiteX2" fmla="*/ 11386 w 351595"/>
                    <a:gd name="connsiteY2" fmla="*/ 135321 h 135321"/>
                    <a:gd name="connsiteX3" fmla="*/ 0 w 351595"/>
                    <a:gd name="connsiteY3" fmla="*/ 91039 h 135321"/>
                    <a:gd name="connsiteX4" fmla="*/ 339761 w 351595"/>
                    <a:gd name="connsiteY4" fmla="*/ 0 h 135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1">
                      <a:moveTo>
                        <a:pt x="339761" y="0"/>
                      </a:moveTo>
                      <a:lnTo>
                        <a:pt x="351595" y="44162"/>
                      </a:lnTo>
                      <a:lnTo>
                        <a:pt x="11386" y="135321"/>
                      </a:lnTo>
                      <a:lnTo>
                        <a:pt x="0" y="91039"/>
                      </a:lnTo>
                      <a:lnTo>
                        <a:pt x="3397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Freeform: Shape 278">
                  <a:extLst>
                    <a:ext uri="{FF2B5EF4-FFF2-40B4-BE49-F238E27FC236}">
                      <a16:creationId xmlns:a16="http://schemas.microsoft.com/office/drawing/2014/main" id="{A84234F9-83F8-39ED-9083-487F5AE54DDE}"/>
                    </a:ext>
                  </a:extLst>
                </p:cNvPr>
                <p:cNvSpPr/>
                <p:nvPr/>
              </p:nvSpPr>
              <p:spPr>
                <a:xfrm>
                  <a:off x="3477279" y="3396204"/>
                  <a:ext cx="356521" cy="45719"/>
                </a:xfrm>
                <a:custGeom>
                  <a:avLst/>
                  <a:gdLst>
                    <a:gd name="connsiteX0" fmla="*/ 356520 w 356521"/>
                    <a:gd name="connsiteY0" fmla="*/ 0 h 45719"/>
                    <a:gd name="connsiteX1" fmla="*/ 355366 w 356521"/>
                    <a:gd name="connsiteY1" fmla="*/ 22857 h 45719"/>
                    <a:gd name="connsiteX2" fmla="*/ 356521 w 356521"/>
                    <a:gd name="connsiteY2" fmla="*/ 45719 h 45719"/>
                    <a:gd name="connsiteX3" fmla="*/ 1 w 356521"/>
                    <a:gd name="connsiteY3" fmla="*/ 45719 h 45719"/>
                    <a:gd name="connsiteX4" fmla="*/ 0 w 356521"/>
                    <a:gd name="connsiteY4" fmla="*/ 0 h 45719"/>
                    <a:gd name="connsiteX5" fmla="*/ 356520 w 356521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6521" h="45719">
                      <a:moveTo>
                        <a:pt x="356520" y="0"/>
                      </a:moveTo>
                      <a:lnTo>
                        <a:pt x="355366" y="22857"/>
                      </a:lnTo>
                      <a:lnTo>
                        <a:pt x="356521" y="45719"/>
                      </a:lnTo>
                      <a:lnTo>
                        <a:pt x="1" y="45719"/>
                      </a:lnTo>
                      <a:lnTo>
                        <a:pt x="0" y="0"/>
                      </a:lnTo>
                      <a:lnTo>
                        <a:pt x="35652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Freeform: Shape 279">
                  <a:extLst>
                    <a:ext uri="{FF2B5EF4-FFF2-40B4-BE49-F238E27FC236}">
                      <a16:creationId xmlns:a16="http://schemas.microsoft.com/office/drawing/2014/main" id="{753DA9DB-9CCD-0569-3A05-A7D0553BAB7E}"/>
                    </a:ext>
                  </a:extLst>
                </p:cNvPr>
                <p:cNvSpPr/>
                <p:nvPr/>
              </p:nvSpPr>
              <p:spPr>
                <a:xfrm>
                  <a:off x="8347714" y="3396204"/>
                  <a:ext cx="350920" cy="45719"/>
                </a:xfrm>
                <a:custGeom>
                  <a:avLst/>
                  <a:gdLst>
                    <a:gd name="connsiteX0" fmla="*/ 0 w 350920"/>
                    <a:gd name="connsiteY0" fmla="*/ 0 h 45719"/>
                    <a:gd name="connsiteX1" fmla="*/ 350920 w 350920"/>
                    <a:gd name="connsiteY1" fmla="*/ 0 h 45719"/>
                    <a:gd name="connsiteX2" fmla="*/ 350920 w 350920"/>
                    <a:gd name="connsiteY2" fmla="*/ 45719 h 45719"/>
                    <a:gd name="connsiteX3" fmla="*/ 0 w 350920"/>
                    <a:gd name="connsiteY3" fmla="*/ 45719 h 45719"/>
                    <a:gd name="connsiteX4" fmla="*/ 1154 w 350920"/>
                    <a:gd name="connsiteY4" fmla="*/ 22857 h 45719"/>
                    <a:gd name="connsiteX5" fmla="*/ 0 w 350920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0920" h="45719">
                      <a:moveTo>
                        <a:pt x="0" y="0"/>
                      </a:moveTo>
                      <a:lnTo>
                        <a:pt x="350920" y="0"/>
                      </a:lnTo>
                      <a:lnTo>
                        <a:pt x="350920" y="45719"/>
                      </a:lnTo>
                      <a:lnTo>
                        <a:pt x="0" y="45719"/>
                      </a:lnTo>
                      <a:lnTo>
                        <a:pt x="1154" y="2285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Freeform: Shape 280">
                  <a:extLst>
                    <a:ext uri="{FF2B5EF4-FFF2-40B4-BE49-F238E27FC236}">
                      <a16:creationId xmlns:a16="http://schemas.microsoft.com/office/drawing/2014/main" id="{5C12C5E9-52D9-AE17-B34E-54096F70316E}"/>
                    </a:ext>
                  </a:extLst>
                </p:cNvPr>
                <p:cNvSpPr/>
                <p:nvPr/>
              </p:nvSpPr>
              <p:spPr>
                <a:xfrm>
                  <a:off x="3560319" y="3980112"/>
                  <a:ext cx="356835" cy="136724"/>
                </a:xfrm>
                <a:custGeom>
                  <a:avLst/>
                  <a:gdLst>
                    <a:gd name="connsiteX0" fmla="*/ 345449 w 356835"/>
                    <a:gd name="connsiteY0" fmla="*/ 0 h 136724"/>
                    <a:gd name="connsiteX1" fmla="*/ 356835 w 356835"/>
                    <a:gd name="connsiteY1" fmla="*/ 44281 h 136724"/>
                    <a:gd name="connsiteX2" fmla="*/ 11833 w 356835"/>
                    <a:gd name="connsiteY2" fmla="*/ 136724 h 136724"/>
                    <a:gd name="connsiteX3" fmla="*/ 0 w 356835"/>
                    <a:gd name="connsiteY3" fmla="*/ 92563 h 136724"/>
                    <a:gd name="connsiteX4" fmla="*/ 345449 w 356835"/>
                    <a:gd name="connsiteY4" fmla="*/ 0 h 136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5" h="136724">
                      <a:moveTo>
                        <a:pt x="345449" y="0"/>
                      </a:moveTo>
                      <a:lnTo>
                        <a:pt x="356835" y="44281"/>
                      </a:lnTo>
                      <a:lnTo>
                        <a:pt x="11833" y="136724"/>
                      </a:lnTo>
                      <a:lnTo>
                        <a:pt x="0" y="92563"/>
                      </a:lnTo>
                      <a:lnTo>
                        <a:pt x="34544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Freeform: Shape 281">
                  <a:extLst>
                    <a:ext uri="{FF2B5EF4-FFF2-40B4-BE49-F238E27FC236}">
                      <a16:creationId xmlns:a16="http://schemas.microsoft.com/office/drawing/2014/main" id="{D6EB6CB7-A5A7-E3D1-6ACA-9076AED062FE}"/>
                    </a:ext>
                  </a:extLst>
                </p:cNvPr>
                <p:cNvSpPr/>
                <p:nvPr/>
              </p:nvSpPr>
              <p:spPr>
                <a:xfrm>
                  <a:off x="8264000" y="3981516"/>
                  <a:ext cx="351595" cy="135320"/>
                </a:xfrm>
                <a:custGeom>
                  <a:avLst/>
                  <a:gdLst>
                    <a:gd name="connsiteX0" fmla="*/ 11385 w 351595"/>
                    <a:gd name="connsiteY0" fmla="*/ 0 h 135320"/>
                    <a:gd name="connsiteX1" fmla="*/ 351595 w 351595"/>
                    <a:gd name="connsiteY1" fmla="*/ 91159 h 135320"/>
                    <a:gd name="connsiteX2" fmla="*/ 339762 w 351595"/>
                    <a:gd name="connsiteY2" fmla="*/ 135320 h 135320"/>
                    <a:gd name="connsiteX3" fmla="*/ 0 w 351595"/>
                    <a:gd name="connsiteY3" fmla="*/ 44281 h 135320"/>
                    <a:gd name="connsiteX4" fmla="*/ 11385 w 351595"/>
                    <a:gd name="connsiteY4" fmla="*/ 0 h 135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0">
                      <a:moveTo>
                        <a:pt x="11385" y="0"/>
                      </a:moveTo>
                      <a:lnTo>
                        <a:pt x="351595" y="91159"/>
                      </a:lnTo>
                      <a:lnTo>
                        <a:pt x="339762" y="135320"/>
                      </a:lnTo>
                      <a:lnTo>
                        <a:pt x="0" y="44281"/>
                      </a:lnTo>
                      <a:lnTo>
                        <a:pt x="1138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Freeform: Shape 282">
                  <a:extLst>
                    <a:ext uri="{FF2B5EF4-FFF2-40B4-BE49-F238E27FC236}">
                      <a16:creationId xmlns:a16="http://schemas.microsoft.com/office/drawing/2014/main" id="{F0C33C35-FB00-6D17-A25B-88062E3940AC}"/>
                    </a:ext>
                  </a:extLst>
                </p:cNvPr>
                <p:cNvSpPr/>
                <p:nvPr/>
              </p:nvSpPr>
              <p:spPr>
                <a:xfrm>
                  <a:off x="3815614" y="4526511"/>
                  <a:ext cx="332211" cy="217688"/>
                </a:xfrm>
                <a:custGeom>
                  <a:avLst/>
                  <a:gdLst>
                    <a:gd name="connsiteX0" fmla="*/ 308467 w 332211"/>
                    <a:gd name="connsiteY0" fmla="*/ 0 h 217688"/>
                    <a:gd name="connsiteX1" fmla="*/ 332211 w 332211"/>
                    <a:gd name="connsiteY1" fmla="*/ 39084 h 217688"/>
                    <a:gd name="connsiteX2" fmla="*/ 22860 w 332211"/>
                    <a:gd name="connsiteY2" fmla="*/ 217688 h 217688"/>
                    <a:gd name="connsiteX3" fmla="*/ 0 w 332211"/>
                    <a:gd name="connsiteY3" fmla="*/ 178093 h 217688"/>
                    <a:gd name="connsiteX4" fmla="*/ 308467 w 332211"/>
                    <a:gd name="connsiteY4" fmla="*/ 0 h 217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11" h="217688">
                      <a:moveTo>
                        <a:pt x="308467" y="0"/>
                      </a:moveTo>
                      <a:lnTo>
                        <a:pt x="332211" y="39084"/>
                      </a:lnTo>
                      <a:lnTo>
                        <a:pt x="22860" y="217688"/>
                      </a:lnTo>
                      <a:lnTo>
                        <a:pt x="0" y="178093"/>
                      </a:lnTo>
                      <a:lnTo>
                        <a:pt x="30846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Freeform: Shape 283">
                  <a:extLst>
                    <a:ext uri="{FF2B5EF4-FFF2-40B4-BE49-F238E27FC236}">
                      <a16:creationId xmlns:a16="http://schemas.microsoft.com/office/drawing/2014/main" id="{51992AD6-2A38-9311-3DDA-68D775E9696C}"/>
                    </a:ext>
                  </a:extLst>
                </p:cNvPr>
                <p:cNvSpPr/>
                <p:nvPr/>
              </p:nvSpPr>
              <p:spPr>
                <a:xfrm>
                  <a:off x="8032234" y="4528904"/>
                  <a:ext cx="328066" cy="215294"/>
                </a:xfrm>
                <a:custGeom>
                  <a:avLst/>
                  <a:gdLst>
                    <a:gd name="connsiteX0" fmla="*/ 23744 w 328066"/>
                    <a:gd name="connsiteY0" fmla="*/ 0 h 215294"/>
                    <a:gd name="connsiteX1" fmla="*/ 328066 w 328066"/>
                    <a:gd name="connsiteY1" fmla="*/ 175700 h 215294"/>
                    <a:gd name="connsiteX2" fmla="*/ 305206 w 328066"/>
                    <a:gd name="connsiteY2" fmla="*/ 215294 h 215294"/>
                    <a:gd name="connsiteX3" fmla="*/ 0 w 328066"/>
                    <a:gd name="connsiteY3" fmla="*/ 39084 h 215294"/>
                    <a:gd name="connsiteX4" fmla="*/ 23744 w 328066"/>
                    <a:gd name="connsiteY4" fmla="*/ 0 h 215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6" h="215294">
                      <a:moveTo>
                        <a:pt x="23744" y="0"/>
                      </a:moveTo>
                      <a:lnTo>
                        <a:pt x="328066" y="175700"/>
                      </a:lnTo>
                      <a:lnTo>
                        <a:pt x="305206" y="215294"/>
                      </a:lnTo>
                      <a:lnTo>
                        <a:pt x="0" y="39084"/>
                      </a:lnTo>
                      <a:lnTo>
                        <a:pt x="2374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Freeform: Shape 284">
                  <a:extLst>
                    <a:ext uri="{FF2B5EF4-FFF2-40B4-BE49-F238E27FC236}">
                      <a16:creationId xmlns:a16="http://schemas.microsoft.com/office/drawing/2014/main" id="{B4C8EF58-451E-C6BC-639C-49A0CF5C3D11}"/>
                    </a:ext>
                  </a:extLst>
                </p:cNvPr>
                <p:cNvSpPr/>
                <p:nvPr/>
              </p:nvSpPr>
              <p:spPr>
                <a:xfrm>
                  <a:off x="4225765" y="4997386"/>
                  <a:ext cx="283736" cy="283869"/>
                </a:xfrm>
                <a:custGeom>
                  <a:avLst/>
                  <a:gdLst>
                    <a:gd name="connsiteX0" fmla="*/ 251541 w 283736"/>
                    <a:gd name="connsiteY0" fmla="*/ 0 h 283869"/>
                    <a:gd name="connsiteX1" fmla="*/ 268265 w 283736"/>
                    <a:gd name="connsiteY1" fmla="*/ 18401 h 283869"/>
                    <a:gd name="connsiteX2" fmla="*/ 283736 w 283736"/>
                    <a:gd name="connsiteY2" fmla="*/ 32462 h 283869"/>
                    <a:gd name="connsiteX3" fmla="*/ 32328 w 283736"/>
                    <a:gd name="connsiteY3" fmla="*/ 283869 h 283869"/>
                    <a:gd name="connsiteX4" fmla="*/ 0 w 283736"/>
                    <a:gd name="connsiteY4" fmla="*/ 251541 h 283869"/>
                    <a:gd name="connsiteX5" fmla="*/ 251541 w 283736"/>
                    <a:gd name="connsiteY5" fmla="*/ 0 h 283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6" h="283869">
                      <a:moveTo>
                        <a:pt x="251541" y="0"/>
                      </a:moveTo>
                      <a:lnTo>
                        <a:pt x="268265" y="18401"/>
                      </a:lnTo>
                      <a:lnTo>
                        <a:pt x="283736" y="32462"/>
                      </a:lnTo>
                      <a:lnTo>
                        <a:pt x="32328" y="283869"/>
                      </a:lnTo>
                      <a:lnTo>
                        <a:pt x="0" y="251541"/>
                      </a:lnTo>
                      <a:lnTo>
                        <a:pt x="25154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" name="Freeform: Shape 285">
                  <a:extLst>
                    <a:ext uri="{FF2B5EF4-FFF2-40B4-BE49-F238E27FC236}">
                      <a16:creationId xmlns:a16="http://schemas.microsoft.com/office/drawing/2014/main" id="{D30FDA0D-E0CA-ACEA-49DB-A6FBC244FE8E}"/>
                    </a:ext>
                  </a:extLst>
                </p:cNvPr>
                <p:cNvSpPr/>
                <p:nvPr/>
              </p:nvSpPr>
              <p:spPr>
                <a:xfrm>
                  <a:off x="7669079" y="5000318"/>
                  <a:ext cx="281070" cy="280936"/>
                </a:xfrm>
                <a:custGeom>
                  <a:avLst/>
                  <a:gdLst>
                    <a:gd name="connsiteX0" fmla="*/ 32462 w 281070"/>
                    <a:gd name="connsiteY0" fmla="*/ 0 h 280936"/>
                    <a:gd name="connsiteX1" fmla="*/ 281070 w 281070"/>
                    <a:gd name="connsiteY1" fmla="*/ 248608 h 280936"/>
                    <a:gd name="connsiteX2" fmla="*/ 248742 w 281070"/>
                    <a:gd name="connsiteY2" fmla="*/ 280936 h 280936"/>
                    <a:gd name="connsiteX3" fmla="*/ 0 w 281070"/>
                    <a:gd name="connsiteY3" fmla="*/ 32194 h 280936"/>
                    <a:gd name="connsiteX4" fmla="*/ 18403 w 281070"/>
                    <a:gd name="connsiteY4" fmla="*/ 15468 h 280936"/>
                    <a:gd name="connsiteX5" fmla="*/ 32462 w 281070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70" h="280936">
                      <a:moveTo>
                        <a:pt x="32462" y="0"/>
                      </a:moveTo>
                      <a:lnTo>
                        <a:pt x="281070" y="248608"/>
                      </a:lnTo>
                      <a:lnTo>
                        <a:pt x="248742" y="280936"/>
                      </a:lnTo>
                      <a:lnTo>
                        <a:pt x="0" y="32194"/>
                      </a:lnTo>
                      <a:lnTo>
                        <a:pt x="18403" y="15468"/>
                      </a:lnTo>
                      <a:lnTo>
                        <a:pt x="3246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" name="Freeform: Shape 286">
                  <a:extLst>
                    <a:ext uri="{FF2B5EF4-FFF2-40B4-BE49-F238E27FC236}">
                      <a16:creationId xmlns:a16="http://schemas.microsoft.com/office/drawing/2014/main" id="{A6E019D5-8383-4E27-F50C-F88BAF205051}"/>
                    </a:ext>
                  </a:extLst>
                </p:cNvPr>
                <p:cNvSpPr/>
                <p:nvPr/>
              </p:nvSpPr>
              <p:spPr>
                <a:xfrm>
                  <a:off x="4762823" y="5360009"/>
                  <a:ext cx="217217" cy="331397"/>
                </a:xfrm>
                <a:custGeom>
                  <a:avLst/>
                  <a:gdLst>
                    <a:gd name="connsiteX0" fmla="*/ 178134 w 217217"/>
                    <a:gd name="connsiteY0" fmla="*/ 0 h 331397"/>
                    <a:gd name="connsiteX1" fmla="*/ 217217 w 217217"/>
                    <a:gd name="connsiteY1" fmla="*/ 23744 h 331397"/>
                    <a:gd name="connsiteX2" fmla="*/ 39593 w 217217"/>
                    <a:gd name="connsiteY2" fmla="*/ 331397 h 331397"/>
                    <a:gd name="connsiteX3" fmla="*/ 0 w 217217"/>
                    <a:gd name="connsiteY3" fmla="*/ 308537 h 331397"/>
                    <a:gd name="connsiteX4" fmla="*/ 178134 w 217217"/>
                    <a:gd name="connsiteY4" fmla="*/ 0 h 331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7">
                      <a:moveTo>
                        <a:pt x="178134" y="0"/>
                      </a:moveTo>
                      <a:lnTo>
                        <a:pt x="217217" y="23744"/>
                      </a:lnTo>
                      <a:lnTo>
                        <a:pt x="39593" y="331397"/>
                      </a:lnTo>
                      <a:lnTo>
                        <a:pt x="0" y="308537"/>
                      </a:lnTo>
                      <a:lnTo>
                        <a:pt x="17813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" name="Freeform: Shape 287">
                  <a:extLst>
                    <a:ext uri="{FF2B5EF4-FFF2-40B4-BE49-F238E27FC236}">
                      <a16:creationId xmlns:a16="http://schemas.microsoft.com/office/drawing/2014/main" id="{61A875E8-316E-26D6-8BB5-9F30D9F7DAA4}"/>
                    </a:ext>
                  </a:extLst>
                </p:cNvPr>
                <p:cNvSpPr/>
                <p:nvPr/>
              </p:nvSpPr>
              <p:spPr>
                <a:xfrm>
                  <a:off x="7197328" y="5362526"/>
                  <a:ext cx="215764" cy="328878"/>
                </a:xfrm>
                <a:custGeom>
                  <a:avLst/>
                  <a:gdLst>
                    <a:gd name="connsiteX0" fmla="*/ 39084 w 215764"/>
                    <a:gd name="connsiteY0" fmla="*/ 0 h 328878"/>
                    <a:gd name="connsiteX1" fmla="*/ 215764 w 215764"/>
                    <a:gd name="connsiteY1" fmla="*/ 306019 h 328878"/>
                    <a:gd name="connsiteX2" fmla="*/ 176170 w 215764"/>
                    <a:gd name="connsiteY2" fmla="*/ 328878 h 328878"/>
                    <a:gd name="connsiteX3" fmla="*/ 0 w 215764"/>
                    <a:gd name="connsiteY3" fmla="*/ 23744 h 328878"/>
                    <a:gd name="connsiteX4" fmla="*/ 39084 w 215764"/>
                    <a:gd name="connsiteY4" fmla="*/ 0 h 3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4" h="328878">
                      <a:moveTo>
                        <a:pt x="39084" y="0"/>
                      </a:moveTo>
                      <a:lnTo>
                        <a:pt x="215764" y="306019"/>
                      </a:lnTo>
                      <a:lnTo>
                        <a:pt x="176170" y="328878"/>
                      </a:lnTo>
                      <a:lnTo>
                        <a:pt x="0" y="23744"/>
                      </a:lnTo>
                      <a:lnTo>
                        <a:pt x="3908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" name="Freeform: Shape 288">
                  <a:extLst>
                    <a:ext uri="{FF2B5EF4-FFF2-40B4-BE49-F238E27FC236}">
                      <a16:creationId xmlns:a16="http://schemas.microsoft.com/office/drawing/2014/main" id="{0CD11BDF-25E0-9FEF-D2D5-425449D869BB}"/>
                    </a:ext>
                  </a:extLst>
                </p:cNvPr>
                <p:cNvSpPr/>
                <p:nvPr/>
              </p:nvSpPr>
              <p:spPr>
                <a:xfrm>
                  <a:off x="5390184" y="5591812"/>
                  <a:ext cx="136202" cy="354889"/>
                </a:xfrm>
                <a:custGeom>
                  <a:avLst/>
                  <a:gdLst>
                    <a:gd name="connsiteX0" fmla="*/ 91922 w 136202"/>
                    <a:gd name="connsiteY0" fmla="*/ 0 h 354889"/>
                    <a:gd name="connsiteX1" fmla="*/ 136202 w 136202"/>
                    <a:gd name="connsiteY1" fmla="*/ 11385 h 354889"/>
                    <a:gd name="connsiteX2" fmla="*/ 44161 w 136202"/>
                    <a:gd name="connsiteY2" fmla="*/ 354889 h 354889"/>
                    <a:gd name="connsiteX3" fmla="*/ 0 w 136202"/>
                    <a:gd name="connsiteY3" fmla="*/ 343056 h 354889"/>
                    <a:gd name="connsiteX4" fmla="*/ 91922 w 136202"/>
                    <a:gd name="connsiteY4" fmla="*/ 0 h 354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9">
                      <a:moveTo>
                        <a:pt x="91922" y="0"/>
                      </a:moveTo>
                      <a:lnTo>
                        <a:pt x="136202" y="11385"/>
                      </a:lnTo>
                      <a:lnTo>
                        <a:pt x="44161" y="354889"/>
                      </a:lnTo>
                      <a:lnTo>
                        <a:pt x="0" y="343056"/>
                      </a:lnTo>
                      <a:lnTo>
                        <a:pt x="9192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Freeform: Shape 289">
                  <a:extLst>
                    <a:ext uri="{FF2B5EF4-FFF2-40B4-BE49-F238E27FC236}">
                      <a16:creationId xmlns:a16="http://schemas.microsoft.com/office/drawing/2014/main" id="{38902395-383B-66A9-C7FD-103838B5E37C}"/>
                    </a:ext>
                  </a:extLst>
                </p:cNvPr>
                <p:cNvSpPr/>
                <p:nvPr/>
              </p:nvSpPr>
              <p:spPr>
                <a:xfrm>
                  <a:off x="6649888" y="5593157"/>
                  <a:ext cx="135842" cy="353542"/>
                </a:xfrm>
                <a:custGeom>
                  <a:avLst/>
                  <a:gdLst>
                    <a:gd name="connsiteX0" fmla="*/ 44281 w 135842"/>
                    <a:gd name="connsiteY0" fmla="*/ 0 h 353542"/>
                    <a:gd name="connsiteX1" fmla="*/ 135842 w 135842"/>
                    <a:gd name="connsiteY1" fmla="*/ 341709 h 353542"/>
                    <a:gd name="connsiteX2" fmla="*/ 91681 w 135842"/>
                    <a:gd name="connsiteY2" fmla="*/ 353542 h 353542"/>
                    <a:gd name="connsiteX3" fmla="*/ 0 w 135842"/>
                    <a:gd name="connsiteY3" fmla="*/ 11386 h 353542"/>
                    <a:gd name="connsiteX4" fmla="*/ 44281 w 135842"/>
                    <a:gd name="connsiteY4" fmla="*/ 0 h 353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2" h="353542">
                      <a:moveTo>
                        <a:pt x="44281" y="0"/>
                      </a:moveTo>
                      <a:lnTo>
                        <a:pt x="135842" y="341709"/>
                      </a:lnTo>
                      <a:lnTo>
                        <a:pt x="91681" y="353542"/>
                      </a:lnTo>
                      <a:lnTo>
                        <a:pt x="0" y="11386"/>
                      </a:lnTo>
                      <a:lnTo>
                        <a:pt x="4428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" name="Freeform: Shape 290">
                  <a:extLst>
                    <a:ext uri="{FF2B5EF4-FFF2-40B4-BE49-F238E27FC236}">
                      <a16:creationId xmlns:a16="http://schemas.microsoft.com/office/drawing/2014/main" id="{B3938DB3-1F86-D42C-2D2A-478DB7CFEC3D}"/>
                    </a:ext>
                  </a:extLst>
                </p:cNvPr>
                <p:cNvSpPr/>
                <p:nvPr/>
              </p:nvSpPr>
              <p:spPr>
                <a:xfrm>
                  <a:off x="6065099" y="5675878"/>
                  <a:ext cx="45719" cy="353863"/>
                </a:xfrm>
                <a:custGeom>
                  <a:avLst/>
                  <a:gdLst>
                    <a:gd name="connsiteX0" fmla="*/ 0 w 45719"/>
                    <a:gd name="connsiteY0" fmla="*/ 0 h 353863"/>
                    <a:gd name="connsiteX1" fmla="*/ 25658 w 45719"/>
                    <a:gd name="connsiteY1" fmla="*/ 1295 h 353863"/>
                    <a:gd name="connsiteX2" fmla="*/ 45719 w 45719"/>
                    <a:gd name="connsiteY2" fmla="*/ 282 h 353863"/>
                    <a:gd name="connsiteX3" fmla="*/ 45719 w 45719"/>
                    <a:gd name="connsiteY3" fmla="*/ 353863 h 353863"/>
                    <a:gd name="connsiteX4" fmla="*/ 0 w 45719"/>
                    <a:gd name="connsiteY4" fmla="*/ 353863 h 353863"/>
                    <a:gd name="connsiteX5" fmla="*/ 0 w 45719"/>
                    <a:gd name="connsiteY5" fmla="*/ 0 h 353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9" h="353863">
                      <a:moveTo>
                        <a:pt x="0" y="0"/>
                      </a:moveTo>
                      <a:lnTo>
                        <a:pt x="25658" y="1295"/>
                      </a:lnTo>
                      <a:lnTo>
                        <a:pt x="45719" y="282"/>
                      </a:lnTo>
                      <a:lnTo>
                        <a:pt x="45719" y="353863"/>
                      </a:lnTo>
                      <a:lnTo>
                        <a:pt x="0" y="3538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7" name="Circle: Hollow 263">
              <a:extLst>
                <a:ext uri="{FF2B5EF4-FFF2-40B4-BE49-F238E27FC236}">
                  <a16:creationId xmlns:a16="http://schemas.microsoft.com/office/drawing/2014/main" id="{707CB4C7-A50A-4D20-5947-6B7C4C0470E0}"/>
                </a:ext>
              </a:extLst>
            </p:cNvPr>
            <p:cNvSpPr/>
            <p:nvPr/>
          </p:nvSpPr>
          <p:spPr>
            <a:xfrm>
              <a:off x="2536424" y="967127"/>
              <a:ext cx="4877362" cy="4877362"/>
            </a:xfrm>
            <a:prstGeom prst="donut">
              <a:avLst>
                <a:gd name="adj" fmla="val 120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  <p:sp>
          <p:nvSpPr>
            <p:cNvPr id="8" name="Circle: Hollow 264">
              <a:extLst>
                <a:ext uri="{FF2B5EF4-FFF2-40B4-BE49-F238E27FC236}">
                  <a16:creationId xmlns:a16="http://schemas.microsoft.com/office/drawing/2014/main" id="{0E7FE787-A598-37E5-C32B-49731388002D}"/>
                </a:ext>
              </a:extLst>
            </p:cNvPr>
            <p:cNvSpPr/>
            <p:nvPr/>
          </p:nvSpPr>
          <p:spPr>
            <a:xfrm>
              <a:off x="2215784" y="646487"/>
              <a:ext cx="5518642" cy="5518642"/>
            </a:xfrm>
            <a:prstGeom prst="donut">
              <a:avLst>
                <a:gd name="adj" fmla="val 6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96A80BE6-C0E7-173F-FD1B-85786075058B}"/>
              </a:ext>
            </a:extLst>
          </p:cNvPr>
          <p:cNvSpPr/>
          <p:nvPr/>
        </p:nvSpPr>
        <p:spPr>
          <a:xfrm>
            <a:off x="346709" y="1950719"/>
            <a:ext cx="3658275" cy="3581979"/>
          </a:xfrm>
          <a:prstGeom prst="roundRect">
            <a:avLst>
              <a:gd name="adj" fmla="val 4567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9E034E21-F5B0-7B21-BE10-E2150CB0F37F}"/>
              </a:ext>
            </a:extLst>
          </p:cNvPr>
          <p:cNvSpPr/>
          <p:nvPr/>
        </p:nvSpPr>
        <p:spPr>
          <a:xfrm>
            <a:off x="4687071" y="1950719"/>
            <a:ext cx="2790175" cy="3581979"/>
          </a:xfrm>
          <a:prstGeom prst="roundRect">
            <a:avLst>
              <a:gd name="adj" fmla="val 5932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9A44EB6F-699F-0305-9A41-E22AC52165D5}"/>
              </a:ext>
            </a:extLst>
          </p:cNvPr>
          <p:cNvSpPr/>
          <p:nvPr/>
        </p:nvSpPr>
        <p:spPr>
          <a:xfrm>
            <a:off x="8166953" y="1950718"/>
            <a:ext cx="3696230" cy="3581979"/>
          </a:xfrm>
          <a:prstGeom prst="roundRect">
            <a:avLst>
              <a:gd name="adj" fmla="val 4567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6832E1B-6312-1F1B-4CAA-470D358BCBBE}"/>
              </a:ext>
            </a:extLst>
          </p:cNvPr>
          <p:cNvSpPr txBox="1"/>
          <p:nvPr/>
        </p:nvSpPr>
        <p:spPr>
          <a:xfrm>
            <a:off x="11608668" y="762995"/>
            <a:ext cx="5797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3</a:t>
            </a:r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r>
              <a:rPr lang="en-US" sz="800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of</a:t>
            </a:r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15</a:t>
            </a:r>
            <a:endParaRPr lang="en-ID" sz="800" b="1" i="1" dirty="0">
              <a:solidFill>
                <a:schemeClr val="bg1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408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4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1" presetClass="emph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mph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4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5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mph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5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CD50CA-3D7F-295C-9EE6-B017371D80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Google Shape;477;p1">
            <a:extLst>
              <a:ext uri="{FF2B5EF4-FFF2-40B4-BE49-F238E27FC236}">
                <a16:creationId xmlns:a16="http://schemas.microsoft.com/office/drawing/2014/main" id="{CA68BCA2-B0CF-F5B4-958B-C95DE9F61769}"/>
              </a:ext>
            </a:extLst>
          </p:cNvPr>
          <p:cNvSpPr/>
          <p:nvPr/>
        </p:nvSpPr>
        <p:spPr>
          <a:xfrm flipH="1">
            <a:off x="5115146" y="57357"/>
            <a:ext cx="386494" cy="491283"/>
          </a:xfrm>
          <a:custGeom>
            <a:avLst/>
            <a:gdLst/>
            <a:ahLst/>
            <a:cxnLst/>
            <a:rect l="l" t="t" r="r" b="b"/>
            <a:pathLst>
              <a:path w="2221473" h="2823776" extrusionOk="0">
                <a:moveTo>
                  <a:pt x="361496" y="1070087"/>
                </a:moveTo>
                <a:lnTo>
                  <a:pt x="676002" y="1396296"/>
                </a:lnTo>
                <a:lnTo>
                  <a:pt x="821417" y="1221127"/>
                </a:lnTo>
                <a:lnTo>
                  <a:pt x="621149" y="1026182"/>
                </a:lnTo>
                <a:lnTo>
                  <a:pt x="778629" y="909320"/>
                </a:lnTo>
                <a:lnTo>
                  <a:pt x="1158331" y="1270000"/>
                </a:lnTo>
                <a:lnTo>
                  <a:pt x="686526" y="1724318"/>
                </a:lnTo>
                <a:lnTo>
                  <a:pt x="0" y="1075348"/>
                </a:lnTo>
                <a:lnTo>
                  <a:pt x="768531" y="280147"/>
                </a:lnTo>
                <a:lnTo>
                  <a:pt x="1860277" y="1378243"/>
                </a:lnTo>
                <a:cubicBezTo>
                  <a:pt x="1858977" y="1285321"/>
                  <a:pt x="1857676" y="1192400"/>
                  <a:pt x="1856376" y="1099478"/>
                </a:cubicBezTo>
                <a:lnTo>
                  <a:pt x="1284241" y="554355"/>
                </a:lnTo>
                <a:lnTo>
                  <a:pt x="1825233" y="0"/>
                </a:lnTo>
                <a:lnTo>
                  <a:pt x="2221473" y="320062"/>
                </a:lnTo>
                <a:lnTo>
                  <a:pt x="2217420" y="650262"/>
                </a:lnTo>
                <a:lnTo>
                  <a:pt x="2026920" y="820351"/>
                </a:lnTo>
                <a:lnTo>
                  <a:pt x="1751511" y="570342"/>
                </a:lnTo>
                <a:lnTo>
                  <a:pt x="1858827" y="440802"/>
                </a:lnTo>
                <a:lnTo>
                  <a:pt x="2025197" y="597012"/>
                </a:lnTo>
                <a:lnTo>
                  <a:pt x="2132512" y="503667"/>
                </a:lnTo>
                <a:lnTo>
                  <a:pt x="1837872" y="249667"/>
                </a:lnTo>
                <a:lnTo>
                  <a:pt x="1552122" y="569707"/>
                </a:lnTo>
                <a:lnTo>
                  <a:pt x="2071552" y="1052307"/>
                </a:lnTo>
                <a:cubicBezTo>
                  <a:pt x="2069859" y="1235187"/>
                  <a:pt x="2068165" y="1418067"/>
                  <a:pt x="2066472" y="1600947"/>
                </a:cubicBezTo>
                <a:lnTo>
                  <a:pt x="2213792" y="1738107"/>
                </a:lnTo>
                <a:cubicBezTo>
                  <a:pt x="2216060" y="1922106"/>
                  <a:pt x="2218327" y="2106104"/>
                  <a:pt x="2220595" y="2290103"/>
                </a:cubicBezTo>
                <a:lnTo>
                  <a:pt x="1877060" y="2292552"/>
                </a:lnTo>
                <a:lnTo>
                  <a:pt x="1347078" y="1760422"/>
                </a:lnTo>
                <a:lnTo>
                  <a:pt x="924168" y="2170654"/>
                </a:lnTo>
                <a:lnTo>
                  <a:pt x="1270906" y="2520539"/>
                </a:lnTo>
                <a:lnTo>
                  <a:pt x="1375681" y="2366576"/>
                </a:lnTo>
                <a:lnTo>
                  <a:pt x="1199877" y="2216716"/>
                </a:lnTo>
                <a:lnTo>
                  <a:pt x="1355271" y="2047987"/>
                </a:lnTo>
                <a:lnTo>
                  <a:pt x="1712595" y="2369116"/>
                </a:lnTo>
                <a:lnTo>
                  <a:pt x="1291046" y="2823776"/>
                </a:lnTo>
                <a:lnTo>
                  <a:pt x="579846" y="2140174"/>
                </a:lnTo>
                <a:lnTo>
                  <a:pt x="1327269" y="1428974"/>
                </a:lnTo>
                <a:lnTo>
                  <a:pt x="1952109" y="2058872"/>
                </a:lnTo>
                <a:lnTo>
                  <a:pt x="2200002" y="2063952"/>
                </a:lnTo>
                <a:lnTo>
                  <a:pt x="813162" y="647358"/>
                </a:lnTo>
                <a:lnTo>
                  <a:pt x="361496" y="1070087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0040FF-47D0-FF55-DB1C-9FFEBEA0FAC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576" y="6253084"/>
            <a:ext cx="396129" cy="389940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745A81A1-AB4B-6336-0B58-46CED7BD50C7}"/>
              </a:ext>
            </a:extLst>
          </p:cNvPr>
          <p:cNvGrpSpPr/>
          <p:nvPr/>
        </p:nvGrpSpPr>
        <p:grpSpPr>
          <a:xfrm>
            <a:off x="11411877" y="950946"/>
            <a:ext cx="767930" cy="774222"/>
            <a:chOff x="2154470" y="585173"/>
            <a:chExt cx="5641271" cy="5641271"/>
          </a:xfrm>
          <a:solidFill>
            <a:schemeClr val="bg1">
              <a:lumMod val="75000"/>
              <a:alpha val="60000"/>
            </a:schemeClr>
          </a:solidFill>
          <a:effectLst/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70DE3AA3-3500-E2A2-1989-903C3D032EA4}"/>
                </a:ext>
              </a:extLst>
            </p:cNvPr>
            <p:cNvGrpSpPr/>
            <p:nvPr/>
          </p:nvGrpSpPr>
          <p:grpSpPr>
            <a:xfrm>
              <a:off x="2154470" y="585173"/>
              <a:ext cx="5641271" cy="5641271"/>
              <a:chOff x="3267320" y="598425"/>
              <a:chExt cx="5641271" cy="5641271"/>
            </a:xfrm>
            <a:grpFill/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B3BA2005-5AEA-E602-A2C9-A40326AFB78A}"/>
                  </a:ext>
                </a:extLst>
              </p:cNvPr>
              <p:cNvGrpSpPr/>
              <p:nvPr/>
            </p:nvGrpSpPr>
            <p:grpSpPr>
              <a:xfrm>
                <a:off x="3267320" y="598425"/>
                <a:ext cx="5641271" cy="5641271"/>
                <a:chOff x="1224922" y="598425"/>
                <a:chExt cx="5641271" cy="5641271"/>
              </a:xfrm>
              <a:grpFill/>
            </p:grpSpPr>
            <p:sp>
              <p:nvSpPr>
                <p:cNvPr id="89" name="Rectangle 80">
                  <a:extLst>
                    <a:ext uri="{FF2B5EF4-FFF2-40B4-BE49-F238E27FC236}">
                      <a16:creationId xmlns:a16="http://schemas.microsoft.com/office/drawing/2014/main" id="{B0EC1865-AB3D-7391-83B7-EB684D537244}"/>
                    </a:ext>
                  </a:extLst>
                </p:cNvPr>
                <p:cNvSpPr/>
                <p:nvPr/>
              </p:nvSpPr>
              <p:spPr>
                <a:xfrm rot="2700000">
                  <a:off x="3958590" y="59842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90" name="Rectangle 81">
                  <a:extLst>
                    <a:ext uri="{FF2B5EF4-FFF2-40B4-BE49-F238E27FC236}">
                      <a16:creationId xmlns:a16="http://schemas.microsoft.com/office/drawing/2014/main" id="{956DBC2B-A3D5-5262-2C93-F7BC5C17865D}"/>
                    </a:ext>
                  </a:extLst>
                </p:cNvPr>
                <p:cNvSpPr/>
                <p:nvPr/>
              </p:nvSpPr>
              <p:spPr>
                <a:xfrm rot="2700000">
                  <a:off x="3958590" y="606576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91" name="Rectangle 82">
                  <a:extLst>
                    <a:ext uri="{FF2B5EF4-FFF2-40B4-BE49-F238E27FC236}">
                      <a16:creationId xmlns:a16="http://schemas.microsoft.com/office/drawing/2014/main" id="{0103F4E5-5B4D-B5D1-19C1-4FE69511CF5B}"/>
                    </a:ext>
                  </a:extLst>
                </p:cNvPr>
                <p:cNvSpPr/>
                <p:nvPr/>
              </p:nvSpPr>
              <p:spPr>
                <a:xfrm rot="3600000">
                  <a:off x="4666115" y="69157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92" name="Rectangle 83">
                  <a:extLst>
                    <a:ext uri="{FF2B5EF4-FFF2-40B4-BE49-F238E27FC236}">
                      <a16:creationId xmlns:a16="http://schemas.microsoft.com/office/drawing/2014/main" id="{209A6A13-DF96-0148-D99A-3B1D7C7FF769}"/>
                    </a:ext>
                  </a:extLst>
                </p:cNvPr>
                <p:cNvSpPr/>
                <p:nvPr/>
              </p:nvSpPr>
              <p:spPr>
                <a:xfrm rot="3600000">
                  <a:off x="3251065" y="597261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93" name="Rectangle 84">
                  <a:extLst>
                    <a:ext uri="{FF2B5EF4-FFF2-40B4-BE49-F238E27FC236}">
                      <a16:creationId xmlns:a16="http://schemas.microsoft.com/office/drawing/2014/main" id="{0BD3A0A3-EFFB-0C09-1DB6-A3019EBC3782}"/>
                    </a:ext>
                  </a:extLst>
                </p:cNvPr>
                <p:cNvSpPr/>
                <p:nvPr/>
              </p:nvSpPr>
              <p:spPr>
                <a:xfrm rot="4500000">
                  <a:off x="5325424" y="964667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94" name="Rectangle 85">
                  <a:extLst>
                    <a:ext uri="{FF2B5EF4-FFF2-40B4-BE49-F238E27FC236}">
                      <a16:creationId xmlns:a16="http://schemas.microsoft.com/office/drawing/2014/main" id="{2AEE7125-BE98-6645-131C-F8D93C1E25A7}"/>
                    </a:ext>
                  </a:extLst>
                </p:cNvPr>
                <p:cNvSpPr/>
                <p:nvPr/>
              </p:nvSpPr>
              <p:spPr>
                <a:xfrm rot="4500000">
                  <a:off x="2591756" y="5699520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95" name="Rectangle 86">
                  <a:extLst>
                    <a:ext uri="{FF2B5EF4-FFF2-40B4-BE49-F238E27FC236}">
                      <a16:creationId xmlns:a16="http://schemas.microsoft.com/office/drawing/2014/main" id="{F9C4FEB9-4F45-6A60-5683-0E7ADFDBF933}"/>
                    </a:ext>
                  </a:extLst>
                </p:cNvPr>
                <p:cNvSpPr/>
                <p:nvPr/>
              </p:nvSpPr>
              <p:spPr>
                <a:xfrm rot="5400000">
                  <a:off x="5891586" y="139909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96" name="Rectangle 87">
                  <a:extLst>
                    <a:ext uri="{FF2B5EF4-FFF2-40B4-BE49-F238E27FC236}">
                      <a16:creationId xmlns:a16="http://schemas.microsoft.com/office/drawing/2014/main" id="{0F28779E-04E1-3F25-650B-30022A007CA7}"/>
                    </a:ext>
                  </a:extLst>
                </p:cNvPr>
                <p:cNvSpPr/>
                <p:nvPr/>
              </p:nvSpPr>
              <p:spPr>
                <a:xfrm rot="5400000">
                  <a:off x="2025594" y="526508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97" name="Rectangle 88">
                  <a:extLst>
                    <a:ext uri="{FF2B5EF4-FFF2-40B4-BE49-F238E27FC236}">
                      <a16:creationId xmlns:a16="http://schemas.microsoft.com/office/drawing/2014/main" id="{50233547-3D32-BF1A-87FC-2CBD416725CC}"/>
                    </a:ext>
                  </a:extLst>
                </p:cNvPr>
                <p:cNvSpPr/>
                <p:nvPr/>
              </p:nvSpPr>
              <p:spPr>
                <a:xfrm rot="6300000">
                  <a:off x="6326016" y="196525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98" name="Rectangle 89">
                  <a:extLst>
                    <a:ext uri="{FF2B5EF4-FFF2-40B4-BE49-F238E27FC236}">
                      <a16:creationId xmlns:a16="http://schemas.microsoft.com/office/drawing/2014/main" id="{CA37AFDE-1B43-D805-B9C6-60C88A95A399}"/>
                    </a:ext>
                  </a:extLst>
                </p:cNvPr>
                <p:cNvSpPr/>
                <p:nvPr/>
              </p:nvSpPr>
              <p:spPr>
                <a:xfrm rot="6300000">
                  <a:off x="1591164" y="469892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99" name="Rectangle 90">
                  <a:extLst>
                    <a:ext uri="{FF2B5EF4-FFF2-40B4-BE49-F238E27FC236}">
                      <a16:creationId xmlns:a16="http://schemas.microsoft.com/office/drawing/2014/main" id="{2D046F92-E4E0-2A89-EDC5-AEEA08329B67}"/>
                    </a:ext>
                  </a:extLst>
                </p:cNvPr>
                <p:cNvSpPr/>
                <p:nvPr/>
              </p:nvSpPr>
              <p:spPr>
                <a:xfrm rot="7200000">
                  <a:off x="6599111" y="262456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00" name="Rectangle 91">
                  <a:extLst>
                    <a:ext uri="{FF2B5EF4-FFF2-40B4-BE49-F238E27FC236}">
                      <a16:creationId xmlns:a16="http://schemas.microsoft.com/office/drawing/2014/main" id="{F123F1A9-822B-0169-BF9D-5F9C5B8DB474}"/>
                    </a:ext>
                  </a:extLst>
                </p:cNvPr>
                <p:cNvSpPr/>
                <p:nvPr/>
              </p:nvSpPr>
              <p:spPr>
                <a:xfrm rot="7200000">
                  <a:off x="1318069" y="403961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01" name="Rectangle 92">
                  <a:extLst>
                    <a:ext uri="{FF2B5EF4-FFF2-40B4-BE49-F238E27FC236}">
                      <a16:creationId xmlns:a16="http://schemas.microsoft.com/office/drawing/2014/main" id="{3DAFD438-141B-F079-2E27-34052D8D0F84}"/>
                    </a:ext>
                  </a:extLst>
                </p:cNvPr>
                <p:cNvSpPr/>
                <p:nvPr/>
              </p:nvSpPr>
              <p:spPr>
                <a:xfrm rot="8100000">
                  <a:off x="6692259" y="3332094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02" name="Rectangle 93">
                  <a:extLst>
                    <a:ext uri="{FF2B5EF4-FFF2-40B4-BE49-F238E27FC236}">
                      <a16:creationId xmlns:a16="http://schemas.microsoft.com/office/drawing/2014/main" id="{07C5DD87-3CA3-0644-BD8D-59C2A2C8EF75}"/>
                    </a:ext>
                  </a:extLst>
                </p:cNvPr>
                <p:cNvSpPr/>
                <p:nvPr/>
              </p:nvSpPr>
              <p:spPr>
                <a:xfrm rot="8100000">
                  <a:off x="1224922" y="3332094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03" name="Rectangle 94">
                  <a:extLst>
                    <a:ext uri="{FF2B5EF4-FFF2-40B4-BE49-F238E27FC236}">
                      <a16:creationId xmlns:a16="http://schemas.microsoft.com/office/drawing/2014/main" id="{D8DF7397-231D-291E-75D9-9DE41DA93DB8}"/>
                    </a:ext>
                  </a:extLst>
                </p:cNvPr>
                <p:cNvSpPr/>
                <p:nvPr/>
              </p:nvSpPr>
              <p:spPr>
                <a:xfrm rot="9000000">
                  <a:off x="6599111" y="403961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04" name="Rectangle 95">
                  <a:extLst>
                    <a:ext uri="{FF2B5EF4-FFF2-40B4-BE49-F238E27FC236}">
                      <a16:creationId xmlns:a16="http://schemas.microsoft.com/office/drawing/2014/main" id="{089F84BD-0A0A-56E4-BC47-5650004ED76E}"/>
                    </a:ext>
                  </a:extLst>
                </p:cNvPr>
                <p:cNvSpPr/>
                <p:nvPr/>
              </p:nvSpPr>
              <p:spPr>
                <a:xfrm rot="9000000">
                  <a:off x="1318069" y="262456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05" name="Rectangle 96">
                  <a:extLst>
                    <a:ext uri="{FF2B5EF4-FFF2-40B4-BE49-F238E27FC236}">
                      <a16:creationId xmlns:a16="http://schemas.microsoft.com/office/drawing/2014/main" id="{1945A485-D361-5327-3524-D16BBF1133B8}"/>
                    </a:ext>
                  </a:extLst>
                </p:cNvPr>
                <p:cNvSpPr/>
                <p:nvPr/>
              </p:nvSpPr>
              <p:spPr>
                <a:xfrm rot="9900000">
                  <a:off x="6326016" y="469892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06" name="Rectangle 97">
                  <a:extLst>
                    <a:ext uri="{FF2B5EF4-FFF2-40B4-BE49-F238E27FC236}">
                      <a16:creationId xmlns:a16="http://schemas.microsoft.com/office/drawing/2014/main" id="{94008CE2-06E5-1282-DBF4-2DAB33FB6D61}"/>
                    </a:ext>
                  </a:extLst>
                </p:cNvPr>
                <p:cNvSpPr/>
                <p:nvPr/>
              </p:nvSpPr>
              <p:spPr>
                <a:xfrm rot="9900000">
                  <a:off x="1591164" y="196525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07" name="Rectangle 98">
                  <a:extLst>
                    <a:ext uri="{FF2B5EF4-FFF2-40B4-BE49-F238E27FC236}">
                      <a16:creationId xmlns:a16="http://schemas.microsoft.com/office/drawing/2014/main" id="{837D8965-989D-79D1-5661-B5064DFFCAF8}"/>
                    </a:ext>
                  </a:extLst>
                </p:cNvPr>
                <p:cNvSpPr/>
                <p:nvPr/>
              </p:nvSpPr>
              <p:spPr>
                <a:xfrm rot="10800000">
                  <a:off x="5891586" y="526508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08" name="Rectangle 99">
                  <a:extLst>
                    <a:ext uri="{FF2B5EF4-FFF2-40B4-BE49-F238E27FC236}">
                      <a16:creationId xmlns:a16="http://schemas.microsoft.com/office/drawing/2014/main" id="{70795ED6-BD6F-705E-BDED-EA2B549A2589}"/>
                    </a:ext>
                  </a:extLst>
                </p:cNvPr>
                <p:cNvSpPr/>
                <p:nvPr/>
              </p:nvSpPr>
              <p:spPr>
                <a:xfrm rot="10800000">
                  <a:off x="2025594" y="139909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09" name="Rectangle 100">
                  <a:extLst>
                    <a:ext uri="{FF2B5EF4-FFF2-40B4-BE49-F238E27FC236}">
                      <a16:creationId xmlns:a16="http://schemas.microsoft.com/office/drawing/2014/main" id="{30B1D90A-EE88-1534-0D0A-A6B339F4C5C2}"/>
                    </a:ext>
                  </a:extLst>
                </p:cNvPr>
                <p:cNvSpPr/>
                <p:nvPr/>
              </p:nvSpPr>
              <p:spPr>
                <a:xfrm rot="11700000">
                  <a:off x="5325424" y="5699520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0" name="Rectangle 101">
                  <a:extLst>
                    <a:ext uri="{FF2B5EF4-FFF2-40B4-BE49-F238E27FC236}">
                      <a16:creationId xmlns:a16="http://schemas.microsoft.com/office/drawing/2014/main" id="{7C1DA28F-5FF7-2F3B-840C-6424050B5798}"/>
                    </a:ext>
                  </a:extLst>
                </p:cNvPr>
                <p:cNvSpPr/>
                <p:nvPr/>
              </p:nvSpPr>
              <p:spPr>
                <a:xfrm rot="11700000">
                  <a:off x="2591756" y="964667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1" name="Rectangle 102">
                  <a:extLst>
                    <a:ext uri="{FF2B5EF4-FFF2-40B4-BE49-F238E27FC236}">
                      <a16:creationId xmlns:a16="http://schemas.microsoft.com/office/drawing/2014/main" id="{1CFAC36F-2A83-D647-729C-15D149F1D6B9}"/>
                    </a:ext>
                  </a:extLst>
                </p:cNvPr>
                <p:cNvSpPr/>
                <p:nvPr/>
              </p:nvSpPr>
              <p:spPr>
                <a:xfrm rot="12600000">
                  <a:off x="4666115" y="597261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2" name="Rectangle 103">
                  <a:extLst>
                    <a:ext uri="{FF2B5EF4-FFF2-40B4-BE49-F238E27FC236}">
                      <a16:creationId xmlns:a16="http://schemas.microsoft.com/office/drawing/2014/main" id="{C398CCE4-6572-2FBE-8901-5219789B605A}"/>
                    </a:ext>
                  </a:extLst>
                </p:cNvPr>
                <p:cNvSpPr/>
                <p:nvPr/>
              </p:nvSpPr>
              <p:spPr>
                <a:xfrm rot="12600000">
                  <a:off x="3251065" y="69157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F85BE746-EB1E-C424-AD67-320A91D3E94A}"/>
                  </a:ext>
                </a:extLst>
              </p:cNvPr>
              <p:cNvGrpSpPr/>
              <p:nvPr/>
            </p:nvGrpSpPr>
            <p:grpSpPr>
              <a:xfrm>
                <a:off x="3328637" y="659745"/>
                <a:ext cx="5518640" cy="5518638"/>
                <a:chOff x="3477279" y="808386"/>
                <a:chExt cx="5221355" cy="5221355"/>
              </a:xfrm>
              <a:grpFill/>
            </p:grpSpPr>
            <p:sp>
              <p:nvSpPr>
                <p:cNvPr id="65" name="Freeform: Shape 267">
                  <a:extLst>
                    <a:ext uri="{FF2B5EF4-FFF2-40B4-BE49-F238E27FC236}">
                      <a16:creationId xmlns:a16="http://schemas.microsoft.com/office/drawing/2014/main" id="{9E665A86-405F-3288-9959-BC39F0544B03}"/>
                    </a:ext>
                  </a:extLst>
                </p:cNvPr>
                <p:cNvSpPr/>
                <p:nvPr/>
              </p:nvSpPr>
              <p:spPr>
                <a:xfrm>
                  <a:off x="6065098" y="808386"/>
                  <a:ext cx="45718" cy="353859"/>
                </a:xfrm>
                <a:custGeom>
                  <a:avLst/>
                  <a:gdLst>
                    <a:gd name="connsiteX0" fmla="*/ 0 w 45718"/>
                    <a:gd name="connsiteY0" fmla="*/ 0 h 353859"/>
                    <a:gd name="connsiteX1" fmla="*/ 45718 w 45718"/>
                    <a:gd name="connsiteY1" fmla="*/ 0 h 353859"/>
                    <a:gd name="connsiteX2" fmla="*/ 45718 w 45718"/>
                    <a:gd name="connsiteY2" fmla="*/ 353576 h 353859"/>
                    <a:gd name="connsiteX3" fmla="*/ 25658 w 45718"/>
                    <a:gd name="connsiteY3" fmla="*/ 352563 h 353859"/>
                    <a:gd name="connsiteX4" fmla="*/ 0 w 45718"/>
                    <a:gd name="connsiteY4" fmla="*/ 353859 h 353859"/>
                    <a:gd name="connsiteX5" fmla="*/ 0 w 45718"/>
                    <a:gd name="connsiteY5" fmla="*/ 0 h 353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8" h="353859">
                      <a:moveTo>
                        <a:pt x="0" y="0"/>
                      </a:moveTo>
                      <a:lnTo>
                        <a:pt x="45718" y="0"/>
                      </a:lnTo>
                      <a:lnTo>
                        <a:pt x="45718" y="353576"/>
                      </a:lnTo>
                      <a:lnTo>
                        <a:pt x="25658" y="352563"/>
                      </a:lnTo>
                      <a:lnTo>
                        <a:pt x="0" y="35385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6" name="Freeform: Shape 268">
                  <a:extLst>
                    <a:ext uri="{FF2B5EF4-FFF2-40B4-BE49-F238E27FC236}">
                      <a16:creationId xmlns:a16="http://schemas.microsoft.com/office/drawing/2014/main" id="{80323C23-B90C-7617-97BF-69EE2EBF2D42}"/>
                    </a:ext>
                  </a:extLst>
                </p:cNvPr>
                <p:cNvSpPr/>
                <p:nvPr/>
              </p:nvSpPr>
              <p:spPr>
                <a:xfrm>
                  <a:off x="5390183" y="891424"/>
                  <a:ext cx="136202" cy="354886"/>
                </a:xfrm>
                <a:custGeom>
                  <a:avLst/>
                  <a:gdLst>
                    <a:gd name="connsiteX0" fmla="*/ 44161 w 136202"/>
                    <a:gd name="connsiteY0" fmla="*/ 0 h 354886"/>
                    <a:gd name="connsiteX1" fmla="*/ 136202 w 136202"/>
                    <a:gd name="connsiteY1" fmla="*/ 343500 h 354886"/>
                    <a:gd name="connsiteX2" fmla="*/ 91921 w 136202"/>
                    <a:gd name="connsiteY2" fmla="*/ 354886 h 354886"/>
                    <a:gd name="connsiteX3" fmla="*/ 0 w 136202"/>
                    <a:gd name="connsiteY3" fmla="*/ 11833 h 354886"/>
                    <a:gd name="connsiteX4" fmla="*/ 44161 w 136202"/>
                    <a:gd name="connsiteY4" fmla="*/ 0 h 354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6">
                      <a:moveTo>
                        <a:pt x="44161" y="0"/>
                      </a:moveTo>
                      <a:lnTo>
                        <a:pt x="136202" y="343500"/>
                      </a:lnTo>
                      <a:lnTo>
                        <a:pt x="91921" y="354886"/>
                      </a:lnTo>
                      <a:lnTo>
                        <a:pt x="0" y="11833"/>
                      </a:lnTo>
                      <a:lnTo>
                        <a:pt x="441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7" name="Freeform: Shape 269">
                  <a:extLst>
                    <a:ext uri="{FF2B5EF4-FFF2-40B4-BE49-F238E27FC236}">
                      <a16:creationId xmlns:a16="http://schemas.microsoft.com/office/drawing/2014/main" id="{D1BC2961-E4CA-BD72-0451-AA3444305445}"/>
                    </a:ext>
                  </a:extLst>
                </p:cNvPr>
                <p:cNvSpPr/>
                <p:nvPr/>
              </p:nvSpPr>
              <p:spPr>
                <a:xfrm>
                  <a:off x="6649891" y="891425"/>
                  <a:ext cx="135841" cy="353538"/>
                </a:xfrm>
                <a:custGeom>
                  <a:avLst/>
                  <a:gdLst>
                    <a:gd name="connsiteX0" fmla="*/ 91679 w 135841"/>
                    <a:gd name="connsiteY0" fmla="*/ 0 h 353538"/>
                    <a:gd name="connsiteX1" fmla="*/ 135841 w 135841"/>
                    <a:gd name="connsiteY1" fmla="*/ 11833 h 353538"/>
                    <a:gd name="connsiteX2" fmla="*/ 44281 w 135841"/>
                    <a:gd name="connsiteY2" fmla="*/ 353538 h 353538"/>
                    <a:gd name="connsiteX3" fmla="*/ 0 w 135841"/>
                    <a:gd name="connsiteY3" fmla="*/ 342153 h 353538"/>
                    <a:gd name="connsiteX4" fmla="*/ 91679 w 135841"/>
                    <a:gd name="connsiteY4" fmla="*/ 0 h 3535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1" h="353538">
                      <a:moveTo>
                        <a:pt x="91679" y="0"/>
                      </a:moveTo>
                      <a:lnTo>
                        <a:pt x="135841" y="11833"/>
                      </a:lnTo>
                      <a:lnTo>
                        <a:pt x="44281" y="353538"/>
                      </a:lnTo>
                      <a:lnTo>
                        <a:pt x="0" y="342153"/>
                      </a:lnTo>
                      <a:lnTo>
                        <a:pt x="9167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8" name="Freeform: Shape 270">
                  <a:extLst>
                    <a:ext uri="{FF2B5EF4-FFF2-40B4-BE49-F238E27FC236}">
                      <a16:creationId xmlns:a16="http://schemas.microsoft.com/office/drawing/2014/main" id="{5DC910AD-E992-AC2C-73E8-235ACF61AE27}"/>
                    </a:ext>
                  </a:extLst>
                </p:cNvPr>
                <p:cNvSpPr/>
                <p:nvPr/>
              </p:nvSpPr>
              <p:spPr>
                <a:xfrm>
                  <a:off x="4762821" y="1146720"/>
                  <a:ext cx="217217" cy="331395"/>
                </a:xfrm>
                <a:custGeom>
                  <a:avLst/>
                  <a:gdLst>
                    <a:gd name="connsiteX0" fmla="*/ 39595 w 217217"/>
                    <a:gd name="connsiteY0" fmla="*/ 0 h 331395"/>
                    <a:gd name="connsiteX1" fmla="*/ 217217 w 217217"/>
                    <a:gd name="connsiteY1" fmla="*/ 307651 h 331395"/>
                    <a:gd name="connsiteX2" fmla="*/ 178133 w 217217"/>
                    <a:gd name="connsiteY2" fmla="*/ 331395 h 331395"/>
                    <a:gd name="connsiteX3" fmla="*/ 0 w 217217"/>
                    <a:gd name="connsiteY3" fmla="*/ 22860 h 331395"/>
                    <a:gd name="connsiteX4" fmla="*/ 39595 w 217217"/>
                    <a:gd name="connsiteY4" fmla="*/ 0 h 331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5">
                      <a:moveTo>
                        <a:pt x="39595" y="0"/>
                      </a:moveTo>
                      <a:lnTo>
                        <a:pt x="217217" y="307651"/>
                      </a:lnTo>
                      <a:lnTo>
                        <a:pt x="178133" y="331395"/>
                      </a:lnTo>
                      <a:lnTo>
                        <a:pt x="0" y="22860"/>
                      </a:lnTo>
                      <a:lnTo>
                        <a:pt x="3959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9" name="Freeform: Shape 271">
                  <a:extLst>
                    <a:ext uri="{FF2B5EF4-FFF2-40B4-BE49-F238E27FC236}">
                      <a16:creationId xmlns:a16="http://schemas.microsoft.com/office/drawing/2014/main" id="{674C7B6D-90CA-74C9-27C4-C26895AC9B48}"/>
                    </a:ext>
                  </a:extLst>
                </p:cNvPr>
                <p:cNvSpPr/>
                <p:nvPr/>
              </p:nvSpPr>
              <p:spPr>
                <a:xfrm>
                  <a:off x="7197332" y="1146719"/>
                  <a:ext cx="215761" cy="328876"/>
                </a:xfrm>
                <a:custGeom>
                  <a:avLst/>
                  <a:gdLst>
                    <a:gd name="connsiteX0" fmla="*/ 176169 w 215761"/>
                    <a:gd name="connsiteY0" fmla="*/ 0 h 328876"/>
                    <a:gd name="connsiteX1" fmla="*/ 215761 w 215761"/>
                    <a:gd name="connsiteY1" fmla="*/ 22859 h 328876"/>
                    <a:gd name="connsiteX2" fmla="*/ 39082 w 215761"/>
                    <a:gd name="connsiteY2" fmla="*/ 328876 h 328876"/>
                    <a:gd name="connsiteX3" fmla="*/ 0 w 215761"/>
                    <a:gd name="connsiteY3" fmla="*/ 305133 h 328876"/>
                    <a:gd name="connsiteX4" fmla="*/ 176169 w 215761"/>
                    <a:gd name="connsiteY4" fmla="*/ 0 h 3288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1" h="328876">
                      <a:moveTo>
                        <a:pt x="176169" y="0"/>
                      </a:moveTo>
                      <a:lnTo>
                        <a:pt x="215761" y="22859"/>
                      </a:lnTo>
                      <a:lnTo>
                        <a:pt x="39082" y="328876"/>
                      </a:lnTo>
                      <a:lnTo>
                        <a:pt x="0" y="305133"/>
                      </a:lnTo>
                      <a:lnTo>
                        <a:pt x="17616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Freeform: Shape 272">
                  <a:extLst>
                    <a:ext uri="{FF2B5EF4-FFF2-40B4-BE49-F238E27FC236}">
                      <a16:creationId xmlns:a16="http://schemas.microsoft.com/office/drawing/2014/main" id="{D6949090-5534-D5CA-7130-659800EE6C70}"/>
                    </a:ext>
                  </a:extLst>
                </p:cNvPr>
                <p:cNvSpPr/>
                <p:nvPr/>
              </p:nvSpPr>
              <p:spPr>
                <a:xfrm>
                  <a:off x="4225764" y="1556870"/>
                  <a:ext cx="283734" cy="283868"/>
                </a:xfrm>
                <a:custGeom>
                  <a:avLst/>
                  <a:gdLst>
                    <a:gd name="connsiteX0" fmla="*/ 32328 w 283734"/>
                    <a:gd name="connsiteY0" fmla="*/ 0 h 283868"/>
                    <a:gd name="connsiteX1" fmla="*/ 283734 w 283734"/>
                    <a:gd name="connsiteY1" fmla="*/ 251406 h 283868"/>
                    <a:gd name="connsiteX2" fmla="*/ 268266 w 283734"/>
                    <a:gd name="connsiteY2" fmla="*/ 265464 h 283868"/>
                    <a:gd name="connsiteX3" fmla="*/ 251540 w 283734"/>
                    <a:gd name="connsiteY3" fmla="*/ 283868 h 283868"/>
                    <a:gd name="connsiteX4" fmla="*/ 0 w 283734"/>
                    <a:gd name="connsiteY4" fmla="*/ 32328 h 283868"/>
                    <a:gd name="connsiteX5" fmla="*/ 32328 w 283734"/>
                    <a:gd name="connsiteY5" fmla="*/ 0 h 283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4" h="283868">
                      <a:moveTo>
                        <a:pt x="32328" y="0"/>
                      </a:moveTo>
                      <a:lnTo>
                        <a:pt x="283734" y="251406"/>
                      </a:lnTo>
                      <a:lnTo>
                        <a:pt x="268266" y="265464"/>
                      </a:lnTo>
                      <a:lnTo>
                        <a:pt x="251540" y="283868"/>
                      </a:lnTo>
                      <a:lnTo>
                        <a:pt x="0" y="32328"/>
                      </a:lnTo>
                      <a:lnTo>
                        <a:pt x="3232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" name="Freeform: Shape 273">
                  <a:extLst>
                    <a:ext uri="{FF2B5EF4-FFF2-40B4-BE49-F238E27FC236}">
                      <a16:creationId xmlns:a16="http://schemas.microsoft.com/office/drawing/2014/main" id="{E5628575-EC51-A3F1-47B3-BAC2232D36AA}"/>
                    </a:ext>
                  </a:extLst>
                </p:cNvPr>
                <p:cNvSpPr/>
                <p:nvPr/>
              </p:nvSpPr>
              <p:spPr>
                <a:xfrm>
                  <a:off x="7669082" y="1556870"/>
                  <a:ext cx="281068" cy="280936"/>
                </a:xfrm>
                <a:custGeom>
                  <a:avLst/>
                  <a:gdLst>
                    <a:gd name="connsiteX0" fmla="*/ 248740 w 281068"/>
                    <a:gd name="connsiteY0" fmla="*/ 0 h 280936"/>
                    <a:gd name="connsiteX1" fmla="*/ 281068 w 281068"/>
                    <a:gd name="connsiteY1" fmla="*/ 32329 h 280936"/>
                    <a:gd name="connsiteX2" fmla="*/ 32462 w 281068"/>
                    <a:gd name="connsiteY2" fmla="*/ 280936 h 280936"/>
                    <a:gd name="connsiteX3" fmla="*/ 18400 w 281068"/>
                    <a:gd name="connsiteY3" fmla="*/ 265464 h 280936"/>
                    <a:gd name="connsiteX4" fmla="*/ 0 w 281068"/>
                    <a:gd name="connsiteY4" fmla="*/ 248741 h 280936"/>
                    <a:gd name="connsiteX5" fmla="*/ 248740 w 281068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68" h="280936">
                      <a:moveTo>
                        <a:pt x="248740" y="0"/>
                      </a:moveTo>
                      <a:lnTo>
                        <a:pt x="281068" y="32329"/>
                      </a:lnTo>
                      <a:lnTo>
                        <a:pt x="32462" y="280936"/>
                      </a:lnTo>
                      <a:lnTo>
                        <a:pt x="18400" y="265464"/>
                      </a:lnTo>
                      <a:lnTo>
                        <a:pt x="0" y="248741"/>
                      </a:lnTo>
                      <a:lnTo>
                        <a:pt x="24874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" name="Freeform: Shape 274">
                  <a:extLst>
                    <a:ext uri="{FF2B5EF4-FFF2-40B4-BE49-F238E27FC236}">
                      <a16:creationId xmlns:a16="http://schemas.microsoft.com/office/drawing/2014/main" id="{0C948164-A787-BC58-A214-DC2AC925E199}"/>
                    </a:ext>
                  </a:extLst>
                </p:cNvPr>
                <p:cNvSpPr/>
                <p:nvPr/>
              </p:nvSpPr>
              <p:spPr>
                <a:xfrm>
                  <a:off x="3815614" y="2093927"/>
                  <a:ext cx="332209" cy="217687"/>
                </a:xfrm>
                <a:custGeom>
                  <a:avLst/>
                  <a:gdLst>
                    <a:gd name="connsiteX0" fmla="*/ 22860 w 332209"/>
                    <a:gd name="connsiteY0" fmla="*/ 0 h 217687"/>
                    <a:gd name="connsiteX1" fmla="*/ 332209 w 332209"/>
                    <a:gd name="connsiteY1" fmla="*/ 178603 h 217687"/>
                    <a:gd name="connsiteX2" fmla="*/ 308465 w 332209"/>
                    <a:gd name="connsiteY2" fmla="*/ 217687 h 217687"/>
                    <a:gd name="connsiteX3" fmla="*/ 0 w 332209"/>
                    <a:gd name="connsiteY3" fmla="*/ 39594 h 217687"/>
                    <a:gd name="connsiteX4" fmla="*/ 22860 w 332209"/>
                    <a:gd name="connsiteY4" fmla="*/ 0 h 2176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09" h="217687">
                      <a:moveTo>
                        <a:pt x="22860" y="0"/>
                      </a:moveTo>
                      <a:lnTo>
                        <a:pt x="332209" y="178603"/>
                      </a:lnTo>
                      <a:lnTo>
                        <a:pt x="308465" y="217687"/>
                      </a:lnTo>
                      <a:lnTo>
                        <a:pt x="0" y="39594"/>
                      </a:lnTo>
                      <a:lnTo>
                        <a:pt x="2286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" name="Freeform: Shape 275">
                  <a:extLst>
                    <a:ext uri="{FF2B5EF4-FFF2-40B4-BE49-F238E27FC236}">
                      <a16:creationId xmlns:a16="http://schemas.microsoft.com/office/drawing/2014/main" id="{B3F803DD-43B4-8CAF-62B1-0C37CD91085B}"/>
                    </a:ext>
                  </a:extLst>
                </p:cNvPr>
                <p:cNvSpPr/>
                <p:nvPr/>
              </p:nvSpPr>
              <p:spPr>
                <a:xfrm>
                  <a:off x="8032238" y="2093927"/>
                  <a:ext cx="328063" cy="215292"/>
                </a:xfrm>
                <a:custGeom>
                  <a:avLst/>
                  <a:gdLst>
                    <a:gd name="connsiteX0" fmla="*/ 305203 w 328063"/>
                    <a:gd name="connsiteY0" fmla="*/ 0 h 215292"/>
                    <a:gd name="connsiteX1" fmla="*/ 328063 w 328063"/>
                    <a:gd name="connsiteY1" fmla="*/ 39593 h 215292"/>
                    <a:gd name="connsiteX2" fmla="*/ 23743 w 328063"/>
                    <a:gd name="connsiteY2" fmla="*/ 215292 h 215292"/>
                    <a:gd name="connsiteX3" fmla="*/ 0 w 328063"/>
                    <a:gd name="connsiteY3" fmla="*/ 176209 h 215292"/>
                    <a:gd name="connsiteX4" fmla="*/ 305203 w 328063"/>
                    <a:gd name="connsiteY4" fmla="*/ 0 h 215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3" h="215292">
                      <a:moveTo>
                        <a:pt x="305203" y="0"/>
                      </a:moveTo>
                      <a:lnTo>
                        <a:pt x="328063" y="39593"/>
                      </a:lnTo>
                      <a:lnTo>
                        <a:pt x="23743" y="215292"/>
                      </a:lnTo>
                      <a:lnTo>
                        <a:pt x="0" y="176209"/>
                      </a:lnTo>
                      <a:lnTo>
                        <a:pt x="30520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" name="Freeform: Shape 276">
                  <a:extLst>
                    <a:ext uri="{FF2B5EF4-FFF2-40B4-BE49-F238E27FC236}">
                      <a16:creationId xmlns:a16="http://schemas.microsoft.com/office/drawing/2014/main" id="{D2431EB5-92DC-2D28-19FC-C0ACD6AB9FE9}"/>
                    </a:ext>
                  </a:extLst>
                </p:cNvPr>
                <p:cNvSpPr/>
                <p:nvPr/>
              </p:nvSpPr>
              <p:spPr>
                <a:xfrm>
                  <a:off x="3560320" y="2721289"/>
                  <a:ext cx="356833" cy="136723"/>
                </a:xfrm>
                <a:custGeom>
                  <a:avLst/>
                  <a:gdLst>
                    <a:gd name="connsiteX0" fmla="*/ 11833 w 356833"/>
                    <a:gd name="connsiteY0" fmla="*/ 0 h 136723"/>
                    <a:gd name="connsiteX1" fmla="*/ 356833 w 356833"/>
                    <a:gd name="connsiteY1" fmla="*/ 92443 h 136723"/>
                    <a:gd name="connsiteX2" fmla="*/ 345447 w 356833"/>
                    <a:gd name="connsiteY2" fmla="*/ 136723 h 136723"/>
                    <a:gd name="connsiteX3" fmla="*/ 0 w 356833"/>
                    <a:gd name="connsiteY3" fmla="*/ 44161 h 136723"/>
                    <a:gd name="connsiteX4" fmla="*/ 11833 w 356833"/>
                    <a:gd name="connsiteY4" fmla="*/ 0 h 136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3" h="136723">
                      <a:moveTo>
                        <a:pt x="11833" y="0"/>
                      </a:moveTo>
                      <a:lnTo>
                        <a:pt x="356833" y="92443"/>
                      </a:lnTo>
                      <a:lnTo>
                        <a:pt x="345447" y="136723"/>
                      </a:lnTo>
                      <a:lnTo>
                        <a:pt x="0" y="44161"/>
                      </a:lnTo>
                      <a:lnTo>
                        <a:pt x="1183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" name="Freeform: Shape 277">
                  <a:extLst>
                    <a:ext uri="{FF2B5EF4-FFF2-40B4-BE49-F238E27FC236}">
                      <a16:creationId xmlns:a16="http://schemas.microsoft.com/office/drawing/2014/main" id="{53DBEB54-1280-9EB3-D1F8-C9779EC2071A}"/>
                    </a:ext>
                  </a:extLst>
                </p:cNvPr>
                <p:cNvSpPr/>
                <p:nvPr/>
              </p:nvSpPr>
              <p:spPr>
                <a:xfrm>
                  <a:off x="8264000" y="2721289"/>
                  <a:ext cx="351595" cy="135321"/>
                </a:xfrm>
                <a:custGeom>
                  <a:avLst/>
                  <a:gdLst>
                    <a:gd name="connsiteX0" fmla="*/ 339761 w 351595"/>
                    <a:gd name="connsiteY0" fmla="*/ 0 h 135321"/>
                    <a:gd name="connsiteX1" fmla="*/ 351595 w 351595"/>
                    <a:gd name="connsiteY1" fmla="*/ 44162 h 135321"/>
                    <a:gd name="connsiteX2" fmla="*/ 11386 w 351595"/>
                    <a:gd name="connsiteY2" fmla="*/ 135321 h 135321"/>
                    <a:gd name="connsiteX3" fmla="*/ 0 w 351595"/>
                    <a:gd name="connsiteY3" fmla="*/ 91039 h 135321"/>
                    <a:gd name="connsiteX4" fmla="*/ 339761 w 351595"/>
                    <a:gd name="connsiteY4" fmla="*/ 0 h 135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1">
                      <a:moveTo>
                        <a:pt x="339761" y="0"/>
                      </a:moveTo>
                      <a:lnTo>
                        <a:pt x="351595" y="44162"/>
                      </a:lnTo>
                      <a:lnTo>
                        <a:pt x="11386" y="135321"/>
                      </a:lnTo>
                      <a:lnTo>
                        <a:pt x="0" y="91039"/>
                      </a:lnTo>
                      <a:lnTo>
                        <a:pt x="3397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" name="Freeform: Shape 278">
                  <a:extLst>
                    <a:ext uri="{FF2B5EF4-FFF2-40B4-BE49-F238E27FC236}">
                      <a16:creationId xmlns:a16="http://schemas.microsoft.com/office/drawing/2014/main" id="{3FCF211C-127E-E3A6-5160-ADC7D984640A}"/>
                    </a:ext>
                  </a:extLst>
                </p:cNvPr>
                <p:cNvSpPr/>
                <p:nvPr/>
              </p:nvSpPr>
              <p:spPr>
                <a:xfrm>
                  <a:off x="3477279" y="3396204"/>
                  <a:ext cx="356521" cy="45719"/>
                </a:xfrm>
                <a:custGeom>
                  <a:avLst/>
                  <a:gdLst>
                    <a:gd name="connsiteX0" fmla="*/ 356520 w 356521"/>
                    <a:gd name="connsiteY0" fmla="*/ 0 h 45719"/>
                    <a:gd name="connsiteX1" fmla="*/ 355366 w 356521"/>
                    <a:gd name="connsiteY1" fmla="*/ 22857 h 45719"/>
                    <a:gd name="connsiteX2" fmla="*/ 356521 w 356521"/>
                    <a:gd name="connsiteY2" fmla="*/ 45719 h 45719"/>
                    <a:gd name="connsiteX3" fmla="*/ 1 w 356521"/>
                    <a:gd name="connsiteY3" fmla="*/ 45719 h 45719"/>
                    <a:gd name="connsiteX4" fmla="*/ 0 w 356521"/>
                    <a:gd name="connsiteY4" fmla="*/ 0 h 45719"/>
                    <a:gd name="connsiteX5" fmla="*/ 356520 w 356521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6521" h="45719">
                      <a:moveTo>
                        <a:pt x="356520" y="0"/>
                      </a:moveTo>
                      <a:lnTo>
                        <a:pt x="355366" y="22857"/>
                      </a:lnTo>
                      <a:lnTo>
                        <a:pt x="356521" y="45719"/>
                      </a:lnTo>
                      <a:lnTo>
                        <a:pt x="1" y="45719"/>
                      </a:lnTo>
                      <a:lnTo>
                        <a:pt x="0" y="0"/>
                      </a:lnTo>
                      <a:lnTo>
                        <a:pt x="35652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" name="Freeform: Shape 279">
                  <a:extLst>
                    <a:ext uri="{FF2B5EF4-FFF2-40B4-BE49-F238E27FC236}">
                      <a16:creationId xmlns:a16="http://schemas.microsoft.com/office/drawing/2014/main" id="{9D5CFFF8-684F-9AFE-F169-64565E27DC47}"/>
                    </a:ext>
                  </a:extLst>
                </p:cNvPr>
                <p:cNvSpPr/>
                <p:nvPr/>
              </p:nvSpPr>
              <p:spPr>
                <a:xfrm>
                  <a:off x="8347714" y="3396204"/>
                  <a:ext cx="350920" cy="45719"/>
                </a:xfrm>
                <a:custGeom>
                  <a:avLst/>
                  <a:gdLst>
                    <a:gd name="connsiteX0" fmla="*/ 0 w 350920"/>
                    <a:gd name="connsiteY0" fmla="*/ 0 h 45719"/>
                    <a:gd name="connsiteX1" fmla="*/ 350920 w 350920"/>
                    <a:gd name="connsiteY1" fmla="*/ 0 h 45719"/>
                    <a:gd name="connsiteX2" fmla="*/ 350920 w 350920"/>
                    <a:gd name="connsiteY2" fmla="*/ 45719 h 45719"/>
                    <a:gd name="connsiteX3" fmla="*/ 0 w 350920"/>
                    <a:gd name="connsiteY3" fmla="*/ 45719 h 45719"/>
                    <a:gd name="connsiteX4" fmla="*/ 1154 w 350920"/>
                    <a:gd name="connsiteY4" fmla="*/ 22857 h 45719"/>
                    <a:gd name="connsiteX5" fmla="*/ 0 w 350920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0920" h="45719">
                      <a:moveTo>
                        <a:pt x="0" y="0"/>
                      </a:moveTo>
                      <a:lnTo>
                        <a:pt x="350920" y="0"/>
                      </a:lnTo>
                      <a:lnTo>
                        <a:pt x="350920" y="45719"/>
                      </a:lnTo>
                      <a:lnTo>
                        <a:pt x="0" y="45719"/>
                      </a:lnTo>
                      <a:lnTo>
                        <a:pt x="1154" y="2285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" name="Freeform: Shape 280">
                  <a:extLst>
                    <a:ext uri="{FF2B5EF4-FFF2-40B4-BE49-F238E27FC236}">
                      <a16:creationId xmlns:a16="http://schemas.microsoft.com/office/drawing/2014/main" id="{DB7E2866-0045-419B-06D4-5468CE31A77B}"/>
                    </a:ext>
                  </a:extLst>
                </p:cNvPr>
                <p:cNvSpPr/>
                <p:nvPr/>
              </p:nvSpPr>
              <p:spPr>
                <a:xfrm>
                  <a:off x="3560319" y="3980112"/>
                  <a:ext cx="356835" cy="136724"/>
                </a:xfrm>
                <a:custGeom>
                  <a:avLst/>
                  <a:gdLst>
                    <a:gd name="connsiteX0" fmla="*/ 345449 w 356835"/>
                    <a:gd name="connsiteY0" fmla="*/ 0 h 136724"/>
                    <a:gd name="connsiteX1" fmla="*/ 356835 w 356835"/>
                    <a:gd name="connsiteY1" fmla="*/ 44281 h 136724"/>
                    <a:gd name="connsiteX2" fmla="*/ 11833 w 356835"/>
                    <a:gd name="connsiteY2" fmla="*/ 136724 h 136724"/>
                    <a:gd name="connsiteX3" fmla="*/ 0 w 356835"/>
                    <a:gd name="connsiteY3" fmla="*/ 92563 h 136724"/>
                    <a:gd name="connsiteX4" fmla="*/ 345449 w 356835"/>
                    <a:gd name="connsiteY4" fmla="*/ 0 h 136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5" h="136724">
                      <a:moveTo>
                        <a:pt x="345449" y="0"/>
                      </a:moveTo>
                      <a:lnTo>
                        <a:pt x="356835" y="44281"/>
                      </a:lnTo>
                      <a:lnTo>
                        <a:pt x="11833" y="136724"/>
                      </a:lnTo>
                      <a:lnTo>
                        <a:pt x="0" y="92563"/>
                      </a:lnTo>
                      <a:lnTo>
                        <a:pt x="34544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" name="Freeform: Shape 281">
                  <a:extLst>
                    <a:ext uri="{FF2B5EF4-FFF2-40B4-BE49-F238E27FC236}">
                      <a16:creationId xmlns:a16="http://schemas.microsoft.com/office/drawing/2014/main" id="{F73F67F1-AFCD-F93B-0341-2E3D6BD9EBA1}"/>
                    </a:ext>
                  </a:extLst>
                </p:cNvPr>
                <p:cNvSpPr/>
                <p:nvPr/>
              </p:nvSpPr>
              <p:spPr>
                <a:xfrm>
                  <a:off x="8264000" y="3981516"/>
                  <a:ext cx="351595" cy="135320"/>
                </a:xfrm>
                <a:custGeom>
                  <a:avLst/>
                  <a:gdLst>
                    <a:gd name="connsiteX0" fmla="*/ 11385 w 351595"/>
                    <a:gd name="connsiteY0" fmla="*/ 0 h 135320"/>
                    <a:gd name="connsiteX1" fmla="*/ 351595 w 351595"/>
                    <a:gd name="connsiteY1" fmla="*/ 91159 h 135320"/>
                    <a:gd name="connsiteX2" fmla="*/ 339762 w 351595"/>
                    <a:gd name="connsiteY2" fmla="*/ 135320 h 135320"/>
                    <a:gd name="connsiteX3" fmla="*/ 0 w 351595"/>
                    <a:gd name="connsiteY3" fmla="*/ 44281 h 135320"/>
                    <a:gd name="connsiteX4" fmla="*/ 11385 w 351595"/>
                    <a:gd name="connsiteY4" fmla="*/ 0 h 135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0">
                      <a:moveTo>
                        <a:pt x="11385" y="0"/>
                      </a:moveTo>
                      <a:lnTo>
                        <a:pt x="351595" y="91159"/>
                      </a:lnTo>
                      <a:lnTo>
                        <a:pt x="339762" y="135320"/>
                      </a:lnTo>
                      <a:lnTo>
                        <a:pt x="0" y="44281"/>
                      </a:lnTo>
                      <a:lnTo>
                        <a:pt x="1138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0" name="Freeform: Shape 282">
                  <a:extLst>
                    <a:ext uri="{FF2B5EF4-FFF2-40B4-BE49-F238E27FC236}">
                      <a16:creationId xmlns:a16="http://schemas.microsoft.com/office/drawing/2014/main" id="{22AD08EC-09D7-E38B-24F2-CD59141B598E}"/>
                    </a:ext>
                  </a:extLst>
                </p:cNvPr>
                <p:cNvSpPr/>
                <p:nvPr/>
              </p:nvSpPr>
              <p:spPr>
                <a:xfrm>
                  <a:off x="3815614" y="4526511"/>
                  <a:ext cx="332211" cy="217688"/>
                </a:xfrm>
                <a:custGeom>
                  <a:avLst/>
                  <a:gdLst>
                    <a:gd name="connsiteX0" fmla="*/ 308467 w 332211"/>
                    <a:gd name="connsiteY0" fmla="*/ 0 h 217688"/>
                    <a:gd name="connsiteX1" fmla="*/ 332211 w 332211"/>
                    <a:gd name="connsiteY1" fmla="*/ 39084 h 217688"/>
                    <a:gd name="connsiteX2" fmla="*/ 22860 w 332211"/>
                    <a:gd name="connsiteY2" fmla="*/ 217688 h 217688"/>
                    <a:gd name="connsiteX3" fmla="*/ 0 w 332211"/>
                    <a:gd name="connsiteY3" fmla="*/ 178093 h 217688"/>
                    <a:gd name="connsiteX4" fmla="*/ 308467 w 332211"/>
                    <a:gd name="connsiteY4" fmla="*/ 0 h 217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11" h="217688">
                      <a:moveTo>
                        <a:pt x="308467" y="0"/>
                      </a:moveTo>
                      <a:lnTo>
                        <a:pt x="332211" y="39084"/>
                      </a:lnTo>
                      <a:lnTo>
                        <a:pt x="22860" y="217688"/>
                      </a:lnTo>
                      <a:lnTo>
                        <a:pt x="0" y="178093"/>
                      </a:lnTo>
                      <a:lnTo>
                        <a:pt x="30846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1" name="Freeform: Shape 283">
                  <a:extLst>
                    <a:ext uri="{FF2B5EF4-FFF2-40B4-BE49-F238E27FC236}">
                      <a16:creationId xmlns:a16="http://schemas.microsoft.com/office/drawing/2014/main" id="{65A3F8C0-7B0E-C43E-3D9A-0944DF3DD9B6}"/>
                    </a:ext>
                  </a:extLst>
                </p:cNvPr>
                <p:cNvSpPr/>
                <p:nvPr/>
              </p:nvSpPr>
              <p:spPr>
                <a:xfrm>
                  <a:off x="8032234" y="4528904"/>
                  <a:ext cx="328066" cy="215294"/>
                </a:xfrm>
                <a:custGeom>
                  <a:avLst/>
                  <a:gdLst>
                    <a:gd name="connsiteX0" fmla="*/ 23744 w 328066"/>
                    <a:gd name="connsiteY0" fmla="*/ 0 h 215294"/>
                    <a:gd name="connsiteX1" fmla="*/ 328066 w 328066"/>
                    <a:gd name="connsiteY1" fmla="*/ 175700 h 215294"/>
                    <a:gd name="connsiteX2" fmla="*/ 305206 w 328066"/>
                    <a:gd name="connsiteY2" fmla="*/ 215294 h 215294"/>
                    <a:gd name="connsiteX3" fmla="*/ 0 w 328066"/>
                    <a:gd name="connsiteY3" fmla="*/ 39084 h 215294"/>
                    <a:gd name="connsiteX4" fmla="*/ 23744 w 328066"/>
                    <a:gd name="connsiteY4" fmla="*/ 0 h 215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6" h="215294">
                      <a:moveTo>
                        <a:pt x="23744" y="0"/>
                      </a:moveTo>
                      <a:lnTo>
                        <a:pt x="328066" y="175700"/>
                      </a:lnTo>
                      <a:lnTo>
                        <a:pt x="305206" y="215294"/>
                      </a:lnTo>
                      <a:lnTo>
                        <a:pt x="0" y="39084"/>
                      </a:lnTo>
                      <a:lnTo>
                        <a:pt x="2374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2" name="Freeform: Shape 284">
                  <a:extLst>
                    <a:ext uri="{FF2B5EF4-FFF2-40B4-BE49-F238E27FC236}">
                      <a16:creationId xmlns:a16="http://schemas.microsoft.com/office/drawing/2014/main" id="{F1ADEECB-7170-79DD-D5A8-2FC0420BB51B}"/>
                    </a:ext>
                  </a:extLst>
                </p:cNvPr>
                <p:cNvSpPr/>
                <p:nvPr/>
              </p:nvSpPr>
              <p:spPr>
                <a:xfrm>
                  <a:off x="4225765" y="4997386"/>
                  <a:ext cx="283736" cy="283869"/>
                </a:xfrm>
                <a:custGeom>
                  <a:avLst/>
                  <a:gdLst>
                    <a:gd name="connsiteX0" fmla="*/ 251541 w 283736"/>
                    <a:gd name="connsiteY0" fmla="*/ 0 h 283869"/>
                    <a:gd name="connsiteX1" fmla="*/ 268265 w 283736"/>
                    <a:gd name="connsiteY1" fmla="*/ 18401 h 283869"/>
                    <a:gd name="connsiteX2" fmla="*/ 283736 w 283736"/>
                    <a:gd name="connsiteY2" fmla="*/ 32462 h 283869"/>
                    <a:gd name="connsiteX3" fmla="*/ 32328 w 283736"/>
                    <a:gd name="connsiteY3" fmla="*/ 283869 h 283869"/>
                    <a:gd name="connsiteX4" fmla="*/ 0 w 283736"/>
                    <a:gd name="connsiteY4" fmla="*/ 251541 h 283869"/>
                    <a:gd name="connsiteX5" fmla="*/ 251541 w 283736"/>
                    <a:gd name="connsiteY5" fmla="*/ 0 h 283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6" h="283869">
                      <a:moveTo>
                        <a:pt x="251541" y="0"/>
                      </a:moveTo>
                      <a:lnTo>
                        <a:pt x="268265" y="18401"/>
                      </a:lnTo>
                      <a:lnTo>
                        <a:pt x="283736" y="32462"/>
                      </a:lnTo>
                      <a:lnTo>
                        <a:pt x="32328" y="283869"/>
                      </a:lnTo>
                      <a:lnTo>
                        <a:pt x="0" y="251541"/>
                      </a:lnTo>
                      <a:lnTo>
                        <a:pt x="25154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3" name="Freeform: Shape 285">
                  <a:extLst>
                    <a:ext uri="{FF2B5EF4-FFF2-40B4-BE49-F238E27FC236}">
                      <a16:creationId xmlns:a16="http://schemas.microsoft.com/office/drawing/2014/main" id="{27D6F15F-3D16-75B0-E7A1-6AE61FC25433}"/>
                    </a:ext>
                  </a:extLst>
                </p:cNvPr>
                <p:cNvSpPr/>
                <p:nvPr/>
              </p:nvSpPr>
              <p:spPr>
                <a:xfrm>
                  <a:off x="7669079" y="5000318"/>
                  <a:ext cx="281070" cy="280936"/>
                </a:xfrm>
                <a:custGeom>
                  <a:avLst/>
                  <a:gdLst>
                    <a:gd name="connsiteX0" fmla="*/ 32462 w 281070"/>
                    <a:gd name="connsiteY0" fmla="*/ 0 h 280936"/>
                    <a:gd name="connsiteX1" fmla="*/ 281070 w 281070"/>
                    <a:gd name="connsiteY1" fmla="*/ 248608 h 280936"/>
                    <a:gd name="connsiteX2" fmla="*/ 248742 w 281070"/>
                    <a:gd name="connsiteY2" fmla="*/ 280936 h 280936"/>
                    <a:gd name="connsiteX3" fmla="*/ 0 w 281070"/>
                    <a:gd name="connsiteY3" fmla="*/ 32194 h 280936"/>
                    <a:gd name="connsiteX4" fmla="*/ 18403 w 281070"/>
                    <a:gd name="connsiteY4" fmla="*/ 15468 h 280936"/>
                    <a:gd name="connsiteX5" fmla="*/ 32462 w 281070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70" h="280936">
                      <a:moveTo>
                        <a:pt x="32462" y="0"/>
                      </a:moveTo>
                      <a:lnTo>
                        <a:pt x="281070" y="248608"/>
                      </a:lnTo>
                      <a:lnTo>
                        <a:pt x="248742" y="280936"/>
                      </a:lnTo>
                      <a:lnTo>
                        <a:pt x="0" y="32194"/>
                      </a:lnTo>
                      <a:lnTo>
                        <a:pt x="18403" y="15468"/>
                      </a:lnTo>
                      <a:lnTo>
                        <a:pt x="3246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4" name="Freeform: Shape 286">
                  <a:extLst>
                    <a:ext uri="{FF2B5EF4-FFF2-40B4-BE49-F238E27FC236}">
                      <a16:creationId xmlns:a16="http://schemas.microsoft.com/office/drawing/2014/main" id="{E6E9F054-48E2-5840-87F3-5FD488889AEC}"/>
                    </a:ext>
                  </a:extLst>
                </p:cNvPr>
                <p:cNvSpPr/>
                <p:nvPr/>
              </p:nvSpPr>
              <p:spPr>
                <a:xfrm>
                  <a:off x="4762823" y="5360009"/>
                  <a:ext cx="217217" cy="331397"/>
                </a:xfrm>
                <a:custGeom>
                  <a:avLst/>
                  <a:gdLst>
                    <a:gd name="connsiteX0" fmla="*/ 178134 w 217217"/>
                    <a:gd name="connsiteY0" fmla="*/ 0 h 331397"/>
                    <a:gd name="connsiteX1" fmla="*/ 217217 w 217217"/>
                    <a:gd name="connsiteY1" fmla="*/ 23744 h 331397"/>
                    <a:gd name="connsiteX2" fmla="*/ 39593 w 217217"/>
                    <a:gd name="connsiteY2" fmla="*/ 331397 h 331397"/>
                    <a:gd name="connsiteX3" fmla="*/ 0 w 217217"/>
                    <a:gd name="connsiteY3" fmla="*/ 308537 h 331397"/>
                    <a:gd name="connsiteX4" fmla="*/ 178134 w 217217"/>
                    <a:gd name="connsiteY4" fmla="*/ 0 h 331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7">
                      <a:moveTo>
                        <a:pt x="178134" y="0"/>
                      </a:moveTo>
                      <a:lnTo>
                        <a:pt x="217217" y="23744"/>
                      </a:lnTo>
                      <a:lnTo>
                        <a:pt x="39593" y="331397"/>
                      </a:lnTo>
                      <a:lnTo>
                        <a:pt x="0" y="308537"/>
                      </a:lnTo>
                      <a:lnTo>
                        <a:pt x="17813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" name="Freeform: Shape 287">
                  <a:extLst>
                    <a:ext uri="{FF2B5EF4-FFF2-40B4-BE49-F238E27FC236}">
                      <a16:creationId xmlns:a16="http://schemas.microsoft.com/office/drawing/2014/main" id="{34B93BC9-7C3E-D1DE-3FAB-AB15349EC407}"/>
                    </a:ext>
                  </a:extLst>
                </p:cNvPr>
                <p:cNvSpPr/>
                <p:nvPr/>
              </p:nvSpPr>
              <p:spPr>
                <a:xfrm>
                  <a:off x="7197328" y="5362526"/>
                  <a:ext cx="215764" cy="328878"/>
                </a:xfrm>
                <a:custGeom>
                  <a:avLst/>
                  <a:gdLst>
                    <a:gd name="connsiteX0" fmla="*/ 39084 w 215764"/>
                    <a:gd name="connsiteY0" fmla="*/ 0 h 328878"/>
                    <a:gd name="connsiteX1" fmla="*/ 215764 w 215764"/>
                    <a:gd name="connsiteY1" fmla="*/ 306019 h 328878"/>
                    <a:gd name="connsiteX2" fmla="*/ 176170 w 215764"/>
                    <a:gd name="connsiteY2" fmla="*/ 328878 h 328878"/>
                    <a:gd name="connsiteX3" fmla="*/ 0 w 215764"/>
                    <a:gd name="connsiteY3" fmla="*/ 23744 h 328878"/>
                    <a:gd name="connsiteX4" fmla="*/ 39084 w 215764"/>
                    <a:gd name="connsiteY4" fmla="*/ 0 h 3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4" h="328878">
                      <a:moveTo>
                        <a:pt x="39084" y="0"/>
                      </a:moveTo>
                      <a:lnTo>
                        <a:pt x="215764" y="306019"/>
                      </a:lnTo>
                      <a:lnTo>
                        <a:pt x="176170" y="328878"/>
                      </a:lnTo>
                      <a:lnTo>
                        <a:pt x="0" y="23744"/>
                      </a:lnTo>
                      <a:lnTo>
                        <a:pt x="3908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" name="Freeform: Shape 288">
                  <a:extLst>
                    <a:ext uri="{FF2B5EF4-FFF2-40B4-BE49-F238E27FC236}">
                      <a16:creationId xmlns:a16="http://schemas.microsoft.com/office/drawing/2014/main" id="{736C1BE3-1E83-82EC-2708-1A4072CEB0D6}"/>
                    </a:ext>
                  </a:extLst>
                </p:cNvPr>
                <p:cNvSpPr/>
                <p:nvPr/>
              </p:nvSpPr>
              <p:spPr>
                <a:xfrm>
                  <a:off x="5390184" y="5591812"/>
                  <a:ext cx="136202" cy="354889"/>
                </a:xfrm>
                <a:custGeom>
                  <a:avLst/>
                  <a:gdLst>
                    <a:gd name="connsiteX0" fmla="*/ 91922 w 136202"/>
                    <a:gd name="connsiteY0" fmla="*/ 0 h 354889"/>
                    <a:gd name="connsiteX1" fmla="*/ 136202 w 136202"/>
                    <a:gd name="connsiteY1" fmla="*/ 11385 h 354889"/>
                    <a:gd name="connsiteX2" fmla="*/ 44161 w 136202"/>
                    <a:gd name="connsiteY2" fmla="*/ 354889 h 354889"/>
                    <a:gd name="connsiteX3" fmla="*/ 0 w 136202"/>
                    <a:gd name="connsiteY3" fmla="*/ 343056 h 354889"/>
                    <a:gd name="connsiteX4" fmla="*/ 91922 w 136202"/>
                    <a:gd name="connsiteY4" fmla="*/ 0 h 354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9">
                      <a:moveTo>
                        <a:pt x="91922" y="0"/>
                      </a:moveTo>
                      <a:lnTo>
                        <a:pt x="136202" y="11385"/>
                      </a:lnTo>
                      <a:lnTo>
                        <a:pt x="44161" y="354889"/>
                      </a:lnTo>
                      <a:lnTo>
                        <a:pt x="0" y="343056"/>
                      </a:lnTo>
                      <a:lnTo>
                        <a:pt x="9192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" name="Freeform: Shape 289">
                  <a:extLst>
                    <a:ext uri="{FF2B5EF4-FFF2-40B4-BE49-F238E27FC236}">
                      <a16:creationId xmlns:a16="http://schemas.microsoft.com/office/drawing/2014/main" id="{C6CB077A-C943-5AAE-6CEE-A83DB97AEC8F}"/>
                    </a:ext>
                  </a:extLst>
                </p:cNvPr>
                <p:cNvSpPr/>
                <p:nvPr/>
              </p:nvSpPr>
              <p:spPr>
                <a:xfrm>
                  <a:off x="6649888" y="5593157"/>
                  <a:ext cx="135842" cy="353542"/>
                </a:xfrm>
                <a:custGeom>
                  <a:avLst/>
                  <a:gdLst>
                    <a:gd name="connsiteX0" fmla="*/ 44281 w 135842"/>
                    <a:gd name="connsiteY0" fmla="*/ 0 h 353542"/>
                    <a:gd name="connsiteX1" fmla="*/ 135842 w 135842"/>
                    <a:gd name="connsiteY1" fmla="*/ 341709 h 353542"/>
                    <a:gd name="connsiteX2" fmla="*/ 91681 w 135842"/>
                    <a:gd name="connsiteY2" fmla="*/ 353542 h 353542"/>
                    <a:gd name="connsiteX3" fmla="*/ 0 w 135842"/>
                    <a:gd name="connsiteY3" fmla="*/ 11386 h 353542"/>
                    <a:gd name="connsiteX4" fmla="*/ 44281 w 135842"/>
                    <a:gd name="connsiteY4" fmla="*/ 0 h 353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2" h="353542">
                      <a:moveTo>
                        <a:pt x="44281" y="0"/>
                      </a:moveTo>
                      <a:lnTo>
                        <a:pt x="135842" y="341709"/>
                      </a:lnTo>
                      <a:lnTo>
                        <a:pt x="91681" y="353542"/>
                      </a:lnTo>
                      <a:lnTo>
                        <a:pt x="0" y="11386"/>
                      </a:lnTo>
                      <a:lnTo>
                        <a:pt x="4428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8" name="Freeform: Shape 290">
                  <a:extLst>
                    <a:ext uri="{FF2B5EF4-FFF2-40B4-BE49-F238E27FC236}">
                      <a16:creationId xmlns:a16="http://schemas.microsoft.com/office/drawing/2014/main" id="{DEC5B5CF-27CE-C89C-F256-21B0B77B8ABF}"/>
                    </a:ext>
                  </a:extLst>
                </p:cNvPr>
                <p:cNvSpPr/>
                <p:nvPr/>
              </p:nvSpPr>
              <p:spPr>
                <a:xfrm>
                  <a:off x="6065099" y="5675878"/>
                  <a:ext cx="45719" cy="353863"/>
                </a:xfrm>
                <a:custGeom>
                  <a:avLst/>
                  <a:gdLst>
                    <a:gd name="connsiteX0" fmla="*/ 0 w 45719"/>
                    <a:gd name="connsiteY0" fmla="*/ 0 h 353863"/>
                    <a:gd name="connsiteX1" fmla="*/ 25658 w 45719"/>
                    <a:gd name="connsiteY1" fmla="*/ 1295 h 353863"/>
                    <a:gd name="connsiteX2" fmla="*/ 45719 w 45719"/>
                    <a:gd name="connsiteY2" fmla="*/ 282 h 353863"/>
                    <a:gd name="connsiteX3" fmla="*/ 45719 w 45719"/>
                    <a:gd name="connsiteY3" fmla="*/ 353863 h 353863"/>
                    <a:gd name="connsiteX4" fmla="*/ 0 w 45719"/>
                    <a:gd name="connsiteY4" fmla="*/ 353863 h 353863"/>
                    <a:gd name="connsiteX5" fmla="*/ 0 w 45719"/>
                    <a:gd name="connsiteY5" fmla="*/ 0 h 353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9" h="353863">
                      <a:moveTo>
                        <a:pt x="0" y="0"/>
                      </a:moveTo>
                      <a:lnTo>
                        <a:pt x="25658" y="1295"/>
                      </a:lnTo>
                      <a:lnTo>
                        <a:pt x="45719" y="282"/>
                      </a:lnTo>
                      <a:lnTo>
                        <a:pt x="45719" y="353863"/>
                      </a:lnTo>
                      <a:lnTo>
                        <a:pt x="0" y="3538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61" name="Circle: Hollow 263">
              <a:extLst>
                <a:ext uri="{FF2B5EF4-FFF2-40B4-BE49-F238E27FC236}">
                  <a16:creationId xmlns:a16="http://schemas.microsoft.com/office/drawing/2014/main" id="{E92A5C25-4823-D9F9-D137-38C546EAE18C}"/>
                </a:ext>
              </a:extLst>
            </p:cNvPr>
            <p:cNvSpPr/>
            <p:nvPr/>
          </p:nvSpPr>
          <p:spPr>
            <a:xfrm>
              <a:off x="2536424" y="967127"/>
              <a:ext cx="4877362" cy="4877362"/>
            </a:xfrm>
            <a:prstGeom prst="donut">
              <a:avLst>
                <a:gd name="adj" fmla="val 120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  <p:sp>
          <p:nvSpPr>
            <p:cNvPr id="62" name="Circle: Hollow 264">
              <a:extLst>
                <a:ext uri="{FF2B5EF4-FFF2-40B4-BE49-F238E27FC236}">
                  <a16:creationId xmlns:a16="http://schemas.microsoft.com/office/drawing/2014/main" id="{DED40306-F335-413C-FF29-88ABBB127C13}"/>
                </a:ext>
              </a:extLst>
            </p:cNvPr>
            <p:cNvSpPr/>
            <p:nvPr/>
          </p:nvSpPr>
          <p:spPr>
            <a:xfrm>
              <a:off x="2215784" y="646487"/>
              <a:ext cx="5518642" cy="5518642"/>
            </a:xfrm>
            <a:prstGeom prst="donut">
              <a:avLst>
                <a:gd name="adj" fmla="val 6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B1A88622-802B-305B-E9EF-8D77EFEC9E19}"/>
              </a:ext>
            </a:extLst>
          </p:cNvPr>
          <p:cNvSpPr/>
          <p:nvPr/>
        </p:nvSpPr>
        <p:spPr>
          <a:xfrm>
            <a:off x="288690" y="2211381"/>
            <a:ext cx="5325031" cy="1171900"/>
          </a:xfrm>
          <a:prstGeom prst="roundRect">
            <a:avLst>
              <a:gd name="adj" fmla="val 1456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A1B92F78-5232-5C97-66D9-D0852FE69315}"/>
              </a:ext>
            </a:extLst>
          </p:cNvPr>
          <p:cNvSpPr/>
          <p:nvPr/>
        </p:nvSpPr>
        <p:spPr>
          <a:xfrm>
            <a:off x="288690" y="3474720"/>
            <a:ext cx="5325031" cy="1054608"/>
          </a:xfrm>
          <a:prstGeom prst="roundRect">
            <a:avLst>
              <a:gd name="adj" fmla="val 1456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F11E7381-99C8-1D0E-0D59-6C7B092DE773}"/>
              </a:ext>
            </a:extLst>
          </p:cNvPr>
          <p:cNvSpPr/>
          <p:nvPr/>
        </p:nvSpPr>
        <p:spPr>
          <a:xfrm>
            <a:off x="288690" y="4614671"/>
            <a:ext cx="5325031" cy="979991"/>
          </a:xfrm>
          <a:prstGeom prst="roundRect">
            <a:avLst>
              <a:gd name="adj" fmla="val 1456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143F97F6-F350-A452-6174-CD5B7F7CB536}"/>
              </a:ext>
            </a:extLst>
          </p:cNvPr>
          <p:cNvSpPr/>
          <p:nvPr/>
        </p:nvSpPr>
        <p:spPr>
          <a:xfrm>
            <a:off x="6193536" y="2616794"/>
            <a:ext cx="1530096" cy="2637958"/>
          </a:xfrm>
          <a:prstGeom prst="roundRect">
            <a:avLst>
              <a:gd name="adj" fmla="val 1137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6A004A2A-B862-FF8B-9224-89B1AFABE10D}"/>
              </a:ext>
            </a:extLst>
          </p:cNvPr>
          <p:cNvSpPr/>
          <p:nvPr/>
        </p:nvSpPr>
        <p:spPr>
          <a:xfrm>
            <a:off x="8217408" y="2616794"/>
            <a:ext cx="1530096" cy="2637958"/>
          </a:xfrm>
          <a:prstGeom prst="roundRect">
            <a:avLst>
              <a:gd name="adj" fmla="val 1137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89C6E0E9-F823-A96F-7E0F-A83102F74106}"/>
              </a:ext>
            </a:extLst>
          </p:cNvPr>
          <p:cNvSpPr/>
          <p:nvPr/>
        </p:nvSpPr>
        <p:spPr>
          <a:xfrm>
            <a:off x="10235184" y="2616794"/>
            <a:ext cx="1530096" cy="2637958"/>
          </a:xfrm>
          <a:prstGeom prst="roundRect">
            <a:avLst>
              <a:gd name="adj" fmla="val 1137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3009D18-56C1-8EA1-EA8E-8125BF1957B5}"/>
              </a:ext>
            </a:extLst>
          </p:cNvPr>
          <p:cNvSpPr txBox="1"/>
          <p:nvPr/>
        </p:nvSpPr>
        <p:spPr>
          <a:xfrm>
            <a:off x="11608668" y="762995"/>
            <a:ext cx="5797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4</a:t>
            </a:r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r>
              <a:rPr lang="en-US" sz="800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of</a:t>
            </a:r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15</a:t>
            </a:r>
            <a:endParaRPr lang="en-ID" sz="800" b="1" i="1" dirty="0">
              <a:solidFill>
                <a:schemeClr val="bg1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274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4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1" presetClass="emph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mph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3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4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5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6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mph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3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4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5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6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2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1" presetClass="emph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3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4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5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6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1" dur="2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1" presetClass="emph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3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4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5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56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2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1" presetClass="emph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3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4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5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66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 animBg="1"/>
      <p:bldP spid="113" grpId="1" animBg="1"/>
      <p:bldP spid="114" grpId="0" animBg="1"/>
      <p:bldP spid="114" grpId="1" animBg="1"/>
      <p:bldP spid="115" grpId="0" animBg="1"/>
      <p:bldP spid="115" grpId="1" animBg="1"/>
      <p:bldP spid="116" grpId="0" animBg="1"/>
      <p:bldP spid="116" grpId="1" animBg="1"/>
      <p:bldP spid="117" grpId="0" animBg="1"/>
      <p:bldP spid="117" grpId="1" animBg="1"/>
      <p:bldP spid="118" grpId="0" animBg="1"/>
      <p:bldP spid="118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B269FF-AA0E-4793-33AB-859CF52233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Google Shape;477;p1">
            <a:extLst>
              <a:ext uri="{FF2B5EF4-FFF2-40B4-BE49-F238E27FC236}">
                <a16:creationId xmlns:a16="http://schemas.microsoft.com/office/drawing/2014/main" id="{E1DC5EE6-50AC-A869-8B1B-EAF78E73DC8C}"/>
              </a:ext>
            </a:extLst>
          </p:cNvPr>
          <p:cNvSpPr/>
          <p:nvPr/>
        </p:nvSpPr>
        <p:spPr>
          <a:xfrm flipH="1">
            <a:off x="5267546" y="57357"/>
            <a:ext cx="386494" cy="491283"/>
          </a:xfrm>
          <a:custGeom>
            <a:avLst/>
            <a:gdLst/>
            <a:ahLst/>
            <a:cxnLst/>
            <a:rect l="l" t="t" r="r" b="b"/>
            <a:pathLst>
              <a:path w="2221473" h="2823776" extrusionOk="0">
                <a:moveTo>
                  <a:pt x="361496" y="1070087"/>
                </a:moveTo>
                <a:lnTo>
                  <a:pt x="676002" y="1396296"/>
                </a:lnTo>
                <a:lnTo>
                  <a:pt x="821417" y="1221127"/>
                </a:lnTo>
                <a:lnTo>
                  <a:pt x="621149" y="1026182"/>
                </a:lnTo>
                <a:lnTo>
                  <a:pt x="778629" y="909320"/>
                </a:lnTo>
                <a:lnTo>
                  <a:pt x="1158331" y="1270000"/>
                </a:lnTo>
                <a:lnTo>
                  <a:pt x="686526" y="1724318"/>
                </a:lnTo>
                <a:lnTo>
                  <a:pt x="0" y="1075348"/>
                </a:lnTo>
                <a:lnTo>
                  <a:pt x="768531" y="280147"/>
                </a:lnTo>
                <a:lnTo>
                  <a:pt x="1860277" y="1378243"/>
                </a:lnTo>
                <a:cubicBezTo>
                  <a:pt x="1858977" y="1285321"/>
                  <a:pt x="1857676" y="1192400"/>
                  <a:pt x="1856376" y="1099478"/>
                </a:cubicBezTo>
                <a:lnTo>
                  <a:pt x="1284241" y="554355"/>
                </a:lnTo>
                <a:lnTo>
                  <a:pt x="1825233" y="0"/>
                </a:lnTo>
                <a:lnTo>
                  <a:pt x="2221473" y="320062"/>
                </a:lnTo>
                <a:lnTo>
                  <a:pt x="2217420" y="650262"/>
                </a:lnTo>
                <a:lnTo>
                  <a:pt x="2026920" y="820351"/>
                </a:lnTo>
                <a:lnTo>
                  <a:pt x="1751511" y="570342"/>
                </a:lnTo>
                <a:lnTo>
                  <a:pt x="1858827" y="440802"/>
                </a:lnTo>
                <a:lnTo>
                  <a:pt x="2025197" y="597012"/>
                </a:lnTo>
                <a:lnTo>
                  <a:pt x="2132512" y="503667"/>
                </a:lnTo>
                <a:lnTo>
                  <a:pt x="1837872" y="249667"/>
                </a:lnTo>
                <a:lnTo>
                  <a:pt x="1552122" y="569707"/>
                </a:lnTo>
                <a:lnTo>
                  <a:pt x="2071552" y="1052307"/>
                </a:lnTo>
                <a:cubicBezTo>
                  <a:pt x="2069859" y="1235187"/>
                  <a:pt x="2068165" y="1418067"/>
                  <a:pt x="2066472" y="1600947"/>
                </a:cubicBezTo>
                <a:lnTo>
                  <a:pt x="2213792" y="1738107"/>
                </a:lnTo>
                <a:cubicBezTo>
                  <a:pt x="2216060" y="1922106"/>
                  <a:pt x="2218327" y="2106104"/>
                  <a:pt x="2220595" y="2290103"/>
                </a:cubicBezTo>
                <a:lnTo>
                  <a:pt x="1877060" y="2292552"/>
                </a:lnTo>
                <a:lnTo>
                  <a:pt x="1347078" y="1760422"/>
                </a:lnTo>
                <a:lnTo>
                  <a:pt x="924168" y="2170654"/>
                </a:lnTo>
                <a:lnTo>
                  <a:pt x="1270906" y="2520539"/>
                </a:lnTo>
                <a:lnTo>
                  <a:pt x="1375681" y="2366576"/>
                </a:lnTo>
                <a:lnTo>
                  <a:pt x="1199877" y="2216716"/>
                </a:lnTo>
                <a:lnTo>
                  <a:pt x="1355271" y="2047987"/>
                </a:lnTo>
                <a:lnTo>
                  <a:pt x="1712595" y="2369116"/>
                </a:lnTo>
                <a:lnTo>
                  <a:pt x="1291046" y="2823776"/>
                </a:lnTo>
                <a:lnTo>
                  <a:pt x="579846" y="2140174"/>
                </a:lnTo>
                <a:lnTo>
                  <a:pt x="1327269" y="1428974"/>
                </a:lnTo>
                <a:lnTo>
                  <a:pt x="1952109" y="2058872"/>
                </a:lnTo>
                <a:lnTo>
                  <a:pt x="2200002" y="2063952"/>
                </a:lnTo>
                <a:lnTo>
                  <a:pt x="813162" y="647358"/>
                </a:lnTo>
                <a:lnTo>
                  <a:pt x="361496" y="1070087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052B00-64D5-6323-1CA5-0B2A63A2EE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934" y="6250544"/>
            <a:ext cx="396129" cy="38994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9DA8C966-9448-72F5-3D62-3E482365E3C2}"/>
              </a:ext>
            </a:extLst>
          </p:cNvPr>
          <p:cNvGrpSpPr/>
          <p:nvPr/>
        </p:nvGrpSpPr>
        <p:grpSpPr>
          <a:xfrm>
            <a:off x="11371020" y="975330"/>
            <a:ext cx="767930" cy="774222"/>
            <a:chOff x="2154470" y="585173"/>
            <a:chExt cx="5641271" cy="5641271"/>
          </a:xfrm>
          <a:solidFill>
            <a:schemeClr val="bg1">
              <a:lumMod val="75000"/>
              <a:alpha val="60000"/>
            </a:schemeClr>
          </a:solidFill>
          <a:effectLst/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D7CAC18-A177-335E-C729-2CD5A2FB27E8}"/>
                </a:ext>
              </a:extLst>
            </p:cNvPr>
            <p:cNvGrpSpPr/>
            <p:nvPr/>
          </p:nvGrpSpPr>
          <p:grpSpPr>
            <a:xfrm>
              <a:off x="2154470" y="585173"/>
              <a:ext cx="5641271" cy="5641271"/>
              <a:chOff x="3267320" y="598425"/>
              <a:chExt cx="5641271" cy="5641271"/>
            </a:xfrm>
            <a:grpFill/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9527E5E6-FA66-8412-C09A-55D5C53952B6}"/>
                  </a:ext>
                </a:extLst>
              </p:cNvPr>
              <p:cNvGrpSpPr/>
              <p:nvPr/>
            </p:nvGrpSpPr>
            <p:grpSpPr>
              <a:xfrm>
                <a:off x="3267320" y="598425"/>
                <a:ext cx="5641271" cy="5641271"/>
                <a:chOff x="1224922" y="598425"/>
                <a:chExt cx="5641271" cy="5641271"/>
              </a:xfrm>
              <a:grpFill/>
            </p:grpSpPr>
            <p:sp>
              <p:nvSpPr>
                <p:cNvPr id="35" name="Rectangle 80">
                  <a:extLst>
                    <a:ext uri="{FF2B5EF4-FFF2-40B4-BE49-F238E27FC236}">
                      <a16:creationId xmlns:a16="http://schemas.microsoft.com/office/drawing/2014/main" id="{24F99EA7-85A0-3545-CE9F-8CA9B308CFA4}"/>
                    </a:ext>
                  </a:extLst>
                </p:cNvPr>
                <p:cNvSpPr/>
                <p:nvPr/>
              </p:nvSpPr>
              <p:spPr>
                <a:xfrm rot="2700000">
                  <a:off x="3958590" y="59842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6" name="Rectangle 81">
                  <a:extLst>
                    <a:ext uri="{FF2B5EF4-FFF2-40B4-BE49-F238E27FC236}">
                      <a16:creationId xmlns:a16="http://schemas.microsoft.com/office/drawing/2014/main" id="{5A70280C-54AF-FFA0-48DF-D8A9249420E7}"/>
                    </a:ext>
                  </a:extLst>
                </p:cNvPr>
                <p:cNvSpPr/>
                <p:nvPr/>
              </p:nvSpPr>
              <p:spPr>
                <a:xfrm rot="2700000">
                  <a:off x="3958590" y="606576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7" name="Rectangle 82">
                  <a:extLst>
                    <a:ext uri="{FF2B5EF4-FFF2-40B4-BE49-F238E27FC236}">
                      <a16:creationId xmlns:a16="http://schemas.microsoft.com/office/drawing/2014/main" id="{D91200CC-DBE4-24BB-58E3-77581CDFEC7C}"/>
                    </a:ext>
                  </a:extLst>
                </p:cNvPr>
                <p:cNvSpPr/>
                <p:nvPr/>
              </p:nvSpPr>
              <p:spPr>
                <a:xfrm rot="3600000">
                  <a:off x="4666115" y="69157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8" name="Rectangle 83">
                  <a:extLst>
                    <a:ext uri="{FF2B5EF4-FFF2-40B4-BE49-F238E27FC236}">
                      <a16:creationId xmlns:a16="http://schemas.microsoft.com/office/drawing/2014/main" id="{6771D113-EE32-4868-FD25-5495381CDF09}"/>
                    </a:ext>
                  </a:extLst>
                </p:cNvPr>
                <p:cNvSpPr/>
                <p:nvPr/>
              </p:nvSpPr>
              <p:spPr>
                <a:xfrm rot="3600000">
                  <a:off x="3251065" y="597261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9" name="Rectangle 84">
                  <a:extLst>
                    <a:ext uri="{FF2B5EF4-FFF2-40B4-BE49-F238E27FC236}">
                      <a16:creationId xmlns:a16="http://schemas.microsoft.com/office/drawing/2014/main" id="{9BCC9797-33A8-7F60-E3F9-0FBBA35A5568}"/>
                    </a:ext>
                  </a:extLst>
                </p:cNvPr>
                <p:cNvSpPr/>
                <p:nvPr/>
              </p:nvSpPr>
              <p:spPr>
                <a:xfrm rot="4500000">
                  <a:off x="5325424" y="964667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0" name="Rectangle 85">
                  <a:extLst>
                    <a:ext uri="{FF2B5EF4-FFF2-40B4-BE49-F238E27FC236}">
                      <a16:creationId xmlns:a16="http://schemas.microsoft.com/office/drawing/2014/main" id="{C4E691E5-3196-02C5-994A-5A152EE84371}"/>
                    </a:ext>
                  </a:extLst>
                </p:cNvPr>
                <p:cNvSpPr/>
                <p:nvPr/>
              </p:nvSpPr>
              <p:spPr>
                <a:xfrm rot="4500000">
                  <a:off x="2591756" y="5699520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1" name="Rectangle 86">
                  <a:extLst>
                    <a:ext uri="{FF2B5EF4-FFF2-40B4-BE49-F238E27FC236}">
                      <a16:creationId xmlns:a16="http://schemas.microsoft.com/office/drawing/2014/main" id="{C925A103-3837-23F4-E9EA-0BBFAFFEE61A}"/>
                    </a:ext>
                  </a:extLst>
                </p:cNvPr>
                <p:cNvSpPr/>
                <p:nvPr/>
              </p:nvSpPr>
              <p:spPr>
                <a:xfrm rot="5400000">
                  <a:off x="5891586" y="139909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2" name="Rectangle 87">
                  <a:extLst>
                    <a:ext uri="{FF2B5EF4-FFF2-40B4-BE49-F238E27FC236}">
                      <a16:creationId xmlns:a16="http://schemas.microsoft.com/office/drawing/2014/main" id="{471260D7-F988-1F8F-0D6A-CA3FF3DAA3C6}"/>
                    </a:ext>
                  </a:extLst>
                </p:cNvPr>
                <p:cNvSpPr/>
                <p:nvPr/>
              </p:nvSpPr>
              <p:spPr>
                <a:xfrm rot="5400000">
                  <a:off x="2025594" y="526508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3" name="Rectangle 88">
                  <a:extLst>
                    <a:ext uri="{FF2B5EF4-FFF2-40B4-BE49-F238E27FC236}">
                      <a16:creationId xmlns:a16="http://schemas.microsoft.com/office/drawing/2014/main" id="{6C65641C-806A-492C-56DE-509E66E08713}"/>
                    </a:ext>
                  </a:extLst>
                </p:cNvPr>
                <p:cNvSpPr/>
                <p:nvPr/>
              </p:nvSpPr>
              <p:spPr>
                <a:xfrm rot="6300000">
                  <a:off x="6326016" y="196525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4" name="Rectangle 89">
                  <a:extLst>
                    <a:ext uri="{FF2B5EF4-FFF2-40B4-BE49-F238E27FC236}">
                      <a16:creationId xmlns:a16="http://schemas.microsoft.com/office/drawing/2014/main" id="{19348A8D-84A8-D746-D7D1-B49128E88C91}"/>
                    </a:ext>
                  </a:extLst>
                </p:cNvPr>
                <p:cNvSpPr/>
                <p:nvPr/>
              </p:nvSpPr>
              <p:spPr>
                <a:xfrm rot="6300000">
                  <a:off x="1591164" y="469892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5" name="Rectangle 90">
                  <a:extLst>
                    <a:ext uri="{FF2B5EF4-FFF2-40B4-BE49-F238E27FC236}">
                      <a16:creationId xmlns:a16="http://schemas.microsoft.com/office/drawing/2014/main" id="{2654E2B2-9B1D-D6A0-D341-B6B578CF1615}"/>
                    </a:ext>
                  </a:extLst>
                </p:cNvPr>
                <p:cNvSpPr/>
                <p:nvPr/>
              </p:nvSpPr>
              <p:spPr>
                <a:xfrm rot="7200000">
                  <a:off x="6599111" y="262456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6" name="Rectangle 91">
                  <a:extLst>
                    <a:ext uri="{FF2B5EF4-FFF2-40B4-BE49-F238E27FC236}">
                      <a16:creationId xmlns:a16="http://schemas.microsoft.com/office/drawing/2014/main" id="{347DF6C1-F189-5DA2-15BA-6588CA7122F0}"/>
                    </a:ext>
                  </a:extLst>
                </p:cNvPr>
                <p:cNvSpPr/>
                <p:nvPr/>
              </p:nvSpPr>
              <p:spPr>
                <a:xfrm rot="7200000">
                  <a:off x="1318069" y="403961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7" name="Rectangle 92">
                  <a:extLst>
                    <a:ext uri="{FF2B5EF4-FFF2-40B4-BE49-F238E27FC236}">
                      <a16:creationId xmlns:a16="http://schemas.microsoft.com/office/drawing/2014/main" id="{2B4680F9-52E2-41E6-879B-6AD7716FFB92}"/>
                    </a:ext>
                  </a:extLst>
                </p:cNvPr>
                <p:cNvSpPr/>
                <p:nvPr/>
              </p:nvSpPr>
              <p:spPr>
                <a:xfrm rot="8100000">
                  <a:off x="6692259" y="3332094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8" name="Rectangle 93">
                  <a:extLst>
                    <a:ext uri="{FF2B5EF4-FFF2-40B4-BE49-F238E27FC236}">
                      <a16:creationId xmlns:a16="http://schemas.microsoft.com/office/drawing/2014/main" id="{F28F0C6B-B1CA-8904-04C7-3BF277C0FBD9}"/>
                    </a:ext>
                  </a:extLst>
                </p:cNvPr>
                <p:cNvSpPr/>
                <p:nvPr/>
              </p:nvSpPr>
              <p:spPr>
                <a:xfrm rot="8100000">
                  <a:off x="1224922" y="3332094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9" name="Rectangle 94">
                  <a:extLst>
                    <a:ext uri="{FF2B5EF4-FFF2-40B4-BE49-F238E27FC236}">
                      <a16:creationId xmlns:a16="http://schemas.microsoft.com/office/drawing/2014/main" id="{F4334055-CD1A-C708-0294-B43D21CADEA7}"/>
                    </a:ext>
                  </a:extLst>
                </p:cNvPr>
                <p:cNvSpPr/>
                <p:nvPr/>
              </p:nvSpPr>
              <p:spPr>
                <a:xfrm rot="9000000">
                  <a:off x="6599111" y="403961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0" name="Rectangle 95">
                  <a:extLst>
                    <a:ext uri="{FF2B5EF4-FFF2-40B4-BE49-F238E27FC236}">
                      <a16:creationId xmlns:a16="http://schemas.microsoft.com/office/drawing/2014/main" id="{3F0DF8D7-3699-C8D1-EB45-B6CAEFCDA7B4}"/>
                    </a:ext>
                  </a:extLst>
                </p:cNvPr>
                <p:cNvSpPr/>
                <p:nvPr/>
              </p:nvSpPr>
              <p:spPr>
                <a:xfrm rot="9000000">
                  <a:off x="1318069" y="262456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1" name="Rectangle 96">
                  <a:extLst>
                    <a:ext uri="{FF2B5EF4-FFF2-40B4-BE49-F238E27FC236}">
                      <a16:creationId xmlns:a16="http://schemas.microsoft.com/office/drawing/2014/main" id="{804DDCFB-AD3E-7B51-82D9-7AC59D3F338E}"/>
                    </a:ext>
                  </a:extLst>
                </p:cNvPr>
                <p:cNvSpPr/>
                <p:nvPr/>
              </p:nvSpPr>
              <p:spPr>
                <a:xfrm rot="9900000">
                  <a:off x="6326016" y="469892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2" name="Rectangle 97">
                  <a:extLst>
                    <a:ext uri="{FF2B5EF4-FFF2-40B4-BE49-F238E27FC236}">
                      <a16:creationId xmlns:a16="http://schemas.microsoft.com/office/drawing/2014/main" id="{A926C650-0FFB-F567-AF8E-73550F41AF0F}"/>
                    </a:ext>
                  </a:extLst>
                </p:cNvPr>
                <p:cNvSpPr/>
                <p:nvPr/>
              </p:nvSpPr>
              <p:spPr>
                <a:xfrm rot="9900000">
                  <a:off x="1591164" y="196525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3" name="Rectangle 98">
                  <a:extLst>
                    <a:ext uri="{FF2B5EF4-FFF2-40B4-BE49-F238E27FC236}">
                      <a16:creationId xmlns:a16="http://schemas.microsoft.com/office/drawing/2014/main" id="{D946C38B-A61C-5320-757B-9BF97DF7A452}"/>
                    </a:ext>
                  </a:extLst>
                </p:cNvPr>
                <p:cNvSpPr/>
                <p:nvPr/>
              </p:nvSpPr>
              <p:spPr>
                <a:xfrm rot="10800000">
                  <a:off x="5891586" y="526508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4" name="Rectangle 99">
                  <a:extLst>
                    <a:ext uri="{FF2B5EF4-FFF2-40B4-BE49-F238E27FC236}">
                      <a16:creationId xmlns:a16="http://schemas.microsoft.com/office/drawing/2014/main" id="{986AD580-CA12-BC39-F662-0245ECE14B87}"/>
                    </a:ext>
                  </a:extLst>
                </p:cNvPr>
                <p:cNvSpPr/>
                <p:nvPr/>
              </p:nvSpPr>
              <p:spPr>
                <a:xfrm rot="10800000">
                  <a:off x="2025594" y="139909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5" name="Rectangle 100">
                  <a:extLst>
                    <a:ext uri="{FF2B5EF4-FFF2-40B4-BE49-F238E27FC236}">
                      <a16:creationId xmlns:a16="http://schemas.microsoft.com/office/drawing/2014/main" id="{1DC336EB-3882-E78D-EB9B-B4FD51488B86}"/>
                    </a:ext>
                  </a:extLst>
                </p:cNvPr>
                <p:cNvSpPr/>
                <p:nvPr/>
              </p:nvSpPr>
              <p:spPr>
                <a:xfrm rot="11700000">
                  <a:off x="5325424" y="5699520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6" name="Rectangle 101">
                  <a:extLst>
                    <a:ext uri="{FF2B5EF4-FFF2-40B4-BE49-F238E27FC236}">
                      <a16:creationId xmlns:a16="http://schemas.microsoft.com/office/drawing/2014/main" id="{F5B661E9-67D4-83FA-F24F-C0F5DACA4ABC}"/>
                    </a:ext>
                  </a:extLst>
                </p:cNvPr>
                <p:cNvSpPr/>
                <p:nvPr/>
              </p:nvSpPr>
              <p:spPr>
                <a:xfrm rot="11700000">
                  <a:off x="2591756" y="964667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7" name="Rectangle 102">
                  <a:extLst>
                    <a:ext uri="{FF2B5EF4-FFF2-40B4-BE49-F238E27FC236}">
                      <a16:creationId xmlns:a16="http://schemas.microsoft.com/office/drawing/2014/main" id="{35B0C790-BD58-D0F1-2B67-BDF418F0EAC7}"/>
                    </a:ext>
                  </a:extLst>
                </p:cNvPr>
                <p:cNvSpPr/>
                <p:nvPr/>
              </p:nvSpPr>
              <p:spPr>
                <a:xfrm rot="12600000">
                  <a:off x="4666115" y="597261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8" name="Rectangle 103">
                  <a:extLst>
                    <a:ext uri="{FF2B5EF4-FFF2-40B4-BE49-F238E27FC236}">
                      <a16:creationId xmlns:a16="http://schemas.microsoft.com/office/drawing/2014/main" id="{77A9F8DA-B908-503F-6C8C-4709A9A36709}"/>
                    </a:ext>
                  </a:extLst>
                </p:cNvPr>
                <p:cNvSpPr/>
                <p:nvPr/>
              </p:nvSpPr>
              <p:spPr>
                <a:xfrm rot="12600000">
                  <a:off x="3251065" y="69157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8EC182C-457E-FA13-1609-58F66B8AAF88}"/>
                  </a:ext>
                </a:extLst>
              </p:cNvPr>
              <p:cNvGrpSpPr/>
              <p:nvPr/>
            </p:nvGrpSpPr>
            <p:grpSpPr>
              <a:xfrm>
                <a:off x="3328637" y="659745"/>
                <a:ext cx="5518640" cy="5518638"/>
                <a:chOff x="3477279" y="808386"/>
                <a:chExt cx="5221355" cy="5221355"/>
              </a:xfrm>
              <a:grpFill/>
            </p:grpSpPr>
            <p:sp>
              <p:nvSpPr>
                <p:cNvPr id="11" name="Freeform: Shape 267">
                  <a:extLst>
                    <a:ext uri="{FF2B5EF4-FFF2-40B4-BE49-F238E27FC236}">
                      <a16:creationId xmlns:a16="http://schemas.microsoft.com/office/drawing/2014/main" id="{B163D316-B55D-90CB-3742-2EC31D16FAE7}"/>
                    </a:ext>
                  </a:extLst>
                </p:cNvPr>
                <p:cNvSpPr/>
                <p:nvPr/>
              </p:nvSpPr>
              <p:spPr>
                <a:xfrm>
                  <a:off x="6065098" y="808386"/>
                  <a:ext cx="45718" cy="353859"/>
                </a:xfrm>
                <a:custGeom>
                  <a:avLst/>
                  <a:gdLst>
                    <a:gd name="connsiteX0" fmla="*/ 0 w 45718"/>
                    <a:gd name="connsiteY0" fmla="*/ 0 h 353859"/>
                    <a:gd name="connsiteX1" fmla="*/ 45718 w 45718"/>
                    <a:gd name="connsiteY1" fmla="*/ 0 h 353859"/>
                    <a:gd name="connsiteX2" fmla="*/ 45718 w 45718"/>
                    <a:gd name="connsiteY2" fmla="*/ 353576 h 353859"/>
                    <a:gd name="connsiteX3" fmla="*/ 25658 w 45718"/>
                    <a:gd name="connsiteY3" fmla="*/ 352563 h 353859"/>
                    <a:gd name="connsiteX4" fmla="*/ 0 w 45718"/>
                    <a:gd name="connsiteY4" fmla="*/ 353859 h 353859"/>
                    <a:gd name="connsiteX5" fmla="*/ 0 w 45718"/>
                    <a:gd name="connsiteY5" fmla="*/ 0 h 353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8" h="353859">
                      <a:moveTo>
                        <a:pt x="0" y="0"/>
                      </a:moveTo>
                      <a:lnTo>
                        <a:pt x="45718" y="0"/>
                      </a:lnTo>
                      <a:lnTo>
                        <a:pt x="45718" y="353576"/>
                      </a:lnTo>
                      <a:lnTo>
                        <a:pt x="25658" y="352563"/>
                      </a:lnTo>
                      <a:lnTo>
                        <a:pt x="0" y="35385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" name="Freeform: Shape 268">
                  <a:extLst>
                    <a:ext uri="{FF2B5EF4-FFF2-40B4-BE49-F238E27FC236}">
                      <a16:creationId xmlns:a16="http://schemas.microsoft.com/office/drawing/2014/main" id="{3374DBA5-3C82-12AE-131C-441B36DC3352}"/>
                    </a:ext>
                  </a:extLst>
                </p:cNvPr>
                <p:cNvSpPr/>
                <p:nvPr/>
              </p:nvSpPr>
              <p:spPr>
                <a:xfrm>
                  <a:off x="5390183" y="891424"/>
                  <a:ext cx="136202" cy="354886"/>
                </a:xfrm>
                <a:custGeom>
                  <a:avLst/>
                  <a:gdLst>
                    <a:gd name="connsiteX0" fmla="*/ 44161 w 136202"/>
                    <a:gd name="connsiteY0" fmla="*/ 0 h 354886"/>
                    <a:gd name="connsiteX1" fmla="*/ 136202 w 136202"/>
                    <a:gd name="connsiteY1" fmla="*/ 343500 h 354886"/>
                    <a:gd name="connsiteX2" fmla="*/ 91921 w 136202"/>
                    <a:gd name="connsiteY2" fmla="*/ 354886 h 354886"/>
                    <a:gd name="connsiteX3" fmla="*/ 0 w 136202"/>
                    <a:gd name="connsiteY3" fmla="*/ 11833 h 354886"/>
                    <a:gd name="connsiteX4" fmla="*/ 44161 w 136202"/>
                    <a:gd name="connsiteY4" fmla="*/ 0 h 354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6">
                      <a:moveTo>
                        <a:pt x="44161" y="0"/>
                      </a:moveTo>
                      <a:lnTo>
                        <a:pt x="136202" y="343500"/>
                      </a:lnTo>
                      <a:lnTo>
                        <a:pt x="91921" y="354886"/>
                      </a:lnTo>
                      <a:lnTo>
                        <a:pt x="0" y="11833"/>
                      </a:lnTo>
                      <a:lnTo>
                        <a:pt x="441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" name="Freeform: Shape 269">
                  <a:extLst>
                    <a:ext uri="{FF2B5EF4-FFF2-40B4-BE49-F238E27FC236}">
                      <a16:creationId xmlns:a16="http://schemas.microsoft.com/office/drawing/2014/main" id="{BEDE33EB-4FDE-39E9-BE92-977C13E8870C}"/>
                    </a:ext>
                  </a:extLst>
                </p:cNvPr>
                <p:cNvSpPr/>
                <p:nvPr/>
              </p:nvSpPr>
              <p:spPr>
                <a:xfrm>
                  <a:off x="6649891" y="891425"/>
                  <a:ext cx="135841" cy="353538"/>
                </a:xfrm>
                <a:custGeom>
                  <a:avLst/>
                  <a:gdLst>
                    <a:gd name="connsiteX0" fmla="*/ 91679 w 135841"/>
                    <a:gd name="connsiteY0" fmla="*/ 0 h 353538"/>
                    <a:gd name="connsiteX1" fmla="*/ 135841 w 135841"/>
                    <a:gd name="connsiteY1" fmla="*/ 11833 h 353538"/>
                    <a:gd name="connsiteX2" fmla="*/ 44281 w 135841"/>
                    <a:gd name="connsiteY2" fmla="*/ 353538 h 353538"/>
                    <a:gd name="connsiteX3" fmla="*/ 0 w 135841"/>
                    <a:gd name="connsiteY3" fmla="*/ 342153 h 353538"/>
                    <a:gd name="connsiteX4" fmla="*/ 91679 w 135841"/>
                    <a:gd name="connsiteY4" fmla="*/ 0 h 3535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1" h="353538">
                      <a:moveTo>
                        <a:pt x="91679" y="0"/>
                      </a:moveTo>
                      <a:lnTo>
                        <a:pt x="135841" y="11833"/>
                      </a:lnTo>
                      <a:lnTo>
                        <a:pt x="44281" y="353538"/>
                      </a:lnTo>
                      <a:lnTo>
                        <a:pt x="0" y="342153"/>
                      </a:lnTo>
                      <a:lnTo>
                        <a:pt x="9167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" name="Freeform: Shape 270">
                  <a:extLst>
                    <a:ext uri="{FF2B5EF4-FFF2-40B4-BE49-F238E27FC236}">
                      <a16:creationId xmlns:a16="http://schemas.microsoft.com/office/drawing/2014/main" id="{113A3F96-D0DC-D19D-D2BB-E176BF539232}"/>
                    </a:ext>
                  </a:extLst>
                </p:cNvPr>
                <p:cNvSpPr/>
                <p:nvPr/>
              </p:nvSpPr>
              <p:spPr>
                <a:xfrm>
                  <a:off x="4762821" y="1146720"/>
                  <a:ext cx="217217" cy="331395"/>
                </a:xfrm>
                <a:custGeom>
                  <a:avLst/>
                  <a:gdLst>
                    <a:gd name="connsiteX0" fmla="*/ 39595 w 217217"/>
                    <a:gd name="connsiteY0" fmla="*/ 0 h 331395"/>
                    <a:gd name="connsiteX1" fmla="*/ 217217 w 217217"/>
                    <a:gd name="connsiteY1" fmla="*/ 307651 h 331395"/>
                    <a:gd name="connsiteX2" fmla="*/ 178133 w 217217"/>
                    <a:gd name="connsiteY2" fmla="*/ 331395 h 331395"/>
                    <a:gd name="connsiteX3" fmla="*/ 0 w 217217"/>
                    <a:gd name="connsiteY3" fmla="*/ 22860 h 331395"/>
                    <a:gd name="connsiteX4" fmla="*/ 39595 w 217217"/>
                    <a:gd name="connsiteY4" fmla="*/ 0 h 331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5">
                      <a:moveTo>
                        <a:pt x="39595" y="0"/>
                      </a:moveTo>
                      <a:lnTo>
                        <a:pt x="217217" y="307651"/>
                      </a:lnTo>
                      <a:lnTo>
                        <a:pt x="178133" y="331395"/>
                      </a:lnTo>
                      <a:lnTo>
                        <a:pt x="0" y="22860"/>
                      </a:lnTo>
                      <a:lnTo>
                        <a:pt x="3959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" name="Freeform: Shape 271">
                  <a:extLst>
                    <a:ext uri="{FF2B5EF4-FFF2-40B4-BE49-F238E27FC236}">
                      <a16:creationId xmlns:a16="http://schemas.microsoft.com/office/drawing/2014/main" id="{A680AE9F-79E7-B709-4D0F-B497D4B20D88}"/>
                    </a:ext>
                  </a:extLst>
                </p:cNvPr>
                <p:cNvSpPr/>
                <p:nvPr/>
              </p:nvSpPr>
              <p:spPr>
                <a:xfrm>
                  <a:off x="7197332" y="1146719"/>
                  <a:ext cx="215761" cy="328876"/>
                </a:xfrm>
                <a:custGeom>
                  <a:avLst/>
                  <a:gdLst>
                    <a:gd name="connsiteX0" fmla="*/ 176169 w 215761"/>
                    <a:gd name="connsiteY0" fmla="*/ 0 h 328876"/>
                    <a:gd name="connsiteX1" fmla="*/ 215761 w 215761"/>
                    <a:gd name="connsiteY1" fmla="*/ 22859 h 328876"/>
                    <a:gd name="connsiteX2" fmla="*/ 39082 w 215761"/>
                    <a:gd name="connsiteY2" fmla="*/ 328876 h 328876"/>
                    <a:gd name="connsiteX3" fmla="*/ 0 w 215761"/>
                    <a:gd name="connsiteY3" fmla="*/ 305133 h 328876"/>
                    <a:gd name="connsiteX4" fmla="*/ 176169 w 215761"/>
                    <a:gd name="connsiteY4" fmla="*/ 0 h 3288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1" h="328876">
                      <a:moveTo>
                        <a:pt x="176169" y="0"/>
                      </a:moveTo>
                      <a:lnTo>
                        <a:pt x="215761" y="22859"/>
                      </a:lnTo>
                      <a:lnTo>
                        <a:pt x="39082" y="328876"/>
                      </a:lnTo>
                      <a:lnTo>
                        <a:pt x="0" y="305133"/>
                      </a:lnTo>
                      <a:lnTo>
                        <a:pt x="17616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Freeform: Shape 272">
                  <a:extLst>
                    <a:ext uri="{FF2B5EF4-FFF2-40B4-BE49-F238E27FC236}">
                      <a16:creationId xmlns:a16="http://schemas.microsoft.com/office/drawing/2014/main" id="{6A1F8FD0-A3D4-EFA3-0EF1-48878E734C1A}"/>
                    </a:ext>
                  </a:extLst>
                </p:cNvPr>
                <p:cNvSpPr/>
                <p:nvPr/>
              </p:nvSpPr>
              <p:spPr>
                <a:xfrm>
                  <a:off x="4225764" y="1556870"/>
                  <a:ext cx="283734" cy="283868"/>
                </a:xfrm>
                <a:custGeom>
                  <a:avLst/>
                  <a:gdLst>
                    <a:gd name="connsiteX0" fmla="*/ 32328 w 283734"/>
                    <a:gd name="connsiteY0" fmla="*/ 0 h 283868"/>
                    <a:gd name="connsiteX1" fmla="*/ 283734 w 283734"/>
                    <a:gd name="connsiteY1" fmla="*/ 251406 h 283868"/>
                    <a:gd name="connsiteX2" fmla="*/ 268266 w 283734"/>
                    <a:gd name="connsiteY2" fmla="*/ 265464 h 283868"/>
                    <a:gd name="connsiteX3" fmla="*/ 251540 w 283734"/>
                    <a:gd name="connsiteY3" fmla="*/ 283868 h 283868"/>
                    <a:gd name="connsiteX4" fmla="*/ 0 w 283734"/>
                    <a:gd name="connsiteY4" fmla="*/ 32328 h 283868"/>
                    <a:gd name="connsiteX5" fmla="*/ 32328 w 283734"/>
                    <a:gd name="connsiteY5" fmla="*/ 0 h 283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4" h="283868">
                      <a:moveTo>
                        <a:pt x="32328" y="0"/>
                      </a:moveTo>
                      <a:lnTo>
                        <a:pt x="283734" y="251406"/>
                      </a:lnTo>
                      <a:lnTo>
                        <a:pt x="268266" y="265464"/>
                      </a:lnTo>
                      <a:lnTo>
                        <a:pt x="251540" y="283868"/>
                      </a:lnTo>
                      <a:lnTo>
                        <a:pt x="0" y="32328"/>
                      </a:lnTo>
                      <a:lnTo>
                        <a:pt x="3232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Freeform: Shape 273">
                  <a:extLst>
                    <a:ext uri="{FF2B5EF4-FFF2-40B4-BE49-F238E27FC236}">
                      <a16:creationId xmlns:a16="http://schemas.microsoft.com/office/drawing/2014/main" id="{F666351C-D956-1614-9F6A-EAE1284BAD25}"/>
                    </a:ext>
                  </a:extLst>
                </p:cNvPr>
                <p:cNvSpPr/>
                <p:nvPr/>
              </p:nvSpPr>
              <p:spPr>
                <a:xfrm>
                  <a:off x="7669082" y="1556870"/>
                  <a:ext cx="281068" cy="280936"/>
                </a:xfrm>
                <a:custGeom>
                  <a:avLst/>
                  <a:gdLst>
                    <a:gd name="connsiteX0" fmla="*/ 248740 w 281068"/>
                    <a:gd name="connsiteY0" fmla="*/ 0 h 280936"/>
                    <a:gd name="connsiteX1" fmla="*/ 281068 w 281068"/>
                    <a:gd name="connsiteY1" fmla="*/ 32329 h 280936"/>
                    <a:gd name="connsiteX2" fmla="*/ 32462 w 281068"/>
                    <a:gd name="connsiteY2" fmla="*/ 280936 h 280936"/>
                    <a:gd name="connsiteX3" fmla="*/ 18400 w 281068"/>
                    <a:gd name="connsiteY3" fmla="*/ 265464 h 280936"/>
                    <a:gd name="connsiteX4" fmla="*/ 0 w 281068"/>
                    <a:gd name="connsiteY4" fmla="*/ 248741 h 280936"/>
                    <a:gd name="connsiteX5" fmla="*/ 248740 w 281068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68" h="280936">
                      <a:moveTo>
                        <a:pt x="248740" y="0"/>
                      </a:moveTo>
                      <a:lnTo>
                        <a:pt x="281068" y="32329"/>
                      </a:lnTo>
                      <a:lnTo>
                        <a:pt x="32462" y="280936"/>
                      </a:lnTo>
                      <a:lnTo>
                        <a:pt x="18400" y="265464"/>
                      </a:lnTo>
                      <a:lnTo>
                        <a:pt x="0" y="248741"/>
                      </a:lnTo>
                      <a:lnTo>
                        <a:pt x="24874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Freeform: Shape 274">
                  <a:extLst>
                    <a:ext uri="{FF2B5EF4-FFF2-40B4-BE49-F238E27FC236}">
                      <a16:creationId xmlns:a16="http://schemas.microsoft.com/office/drawing/2014/main" id="{6236B4EA-EFBD-2FE3-1ACE-55518366CF35}"/>
                    </a:ext>
                  </a:extLst>
                </p:cNvPr>
                <p:cNvSpPr/>
                <p:nvPr/>
              </p:nvSpPr>
              <p:spPr>
                <a:xfrm>
                  <a:off x="3815614" y="2093927"/>
                  <a:ext cx="332209" cy="217687"/>
                </a:xfrm>
                <a:custGeom>
                  <a:avLst/>
                  <a:gdLst>
                    <a:gd name="connsiteX0" fmla="*/ 22860 w 332209"/>
                    <a:gd name="connsiteY0" fmla="*/ 0 h 217687"/>
                    <a:gd name="connsiteX1" fmla="*/ 332209 w 332209"/>
                    <a:gd name="connsiteY1" fmla="*/ 178603 h 217687"/>
                    <a:gd name="connsiteX2" fmla="*/ 308465 w 332209"/>
                    <a:gd name="connsiteY2" fmla="*/ 217687 h 217687"/>
                    <a:gd name="connsiteX3" fmla="*/ 0 w 332209"/>
                    <a:gd name="connsiteY3" fmla="*/ 39594 h 217687"/>
                    <a:gd name="connsiteX4" fmla="*/ 22860 w 332209"/>
                    <a:gd name="connsiteY4" fmla="*/ 0 h 2176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09" h="217687">
                      <a:moveTo>
                        <a:pt x="22860" y="0"/>
                      </a:moveTo>
                      <a:lnTo>
                        <a:pt x="332209" y="178603"/>
                      </a:lnTo>
                      <a:lnTo>
                        <a:pt x="308465" y="217687"/>
                      </a:lnTo>
                      <a:lnTo>
                        <a:pt x="0" y="39594"/>
                      </a:lnTo>
                      <a:lnTo>
                        <a:pt x="2286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Freeform: Shape 275">
                  <a:extLst>
                    <a:ext uri="{FF2B5EF4-FFF2-40B4-BE49-F238E27FC236}">
                      <a16:creationId xmlns:a16="http://schemas.microsoft.com/office/drawing/2014/main" id="{892B3EC0-C673-A17B-0298-6776F565B116}"/>
                    </a:ext>
                  </a:extLst>
                </p:cNvPr>
                <p:cNvSpPr/>
                <p:nvPr/>
              </p:nvSpPr>
              <p:spPr>
                <a:xfrm>
                  <a:off x="8032238" y="2093927"/>
                  <a:ext cx="328063" cy="215292"/>
                </a:xfrm>
                <a:custGeom>
                  <a:avLst/>
                  <a:gdLst>
                    <a:gd name="connsiteX0" fmla="*/ 305203 w 328063"/>
                    <a:gd name="connsiteY0" fmla="*/ 0 h 215292"/>
                    <a:gd name="connsiteX1" fmla="*/ 328063 w 328063"/>
                    <a:gd name="connsiteY1" fmla="*/ 39593 h 215292"/>
                    <a:gd name="connsiteX2" fmla="*/ 23743 w 328063"/>
                    <a:gd name="connsiteY2" fmla="*/ 215292 h 215292"/>
                    <a:gd name="connsiteX3" fmla="*/ 0 w 328063"/>
                    <a:gd name="connsiteY3" fmla="*/ 176209 h 215292"/>
                    <a:gd name="connsiteX4" fmla="*/ 305203 w 328063"/>
                    <a:gd name="connsiteY4" fmla="*/ 0 h 215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3" h="215292">
                      <a:moveTo>
                        <a:pt x="305203" y="0"/>
                      </a:moveTo>
                      <a:lnTo>
                        <a:pt x="328063" y="39593"/>
                      </a:lnTo>
                      <a:lnTo>
                        <a:pt x="23743" y="215292"/>
                      </a:lnTo>
                      <a:lnTo>
                        <a:pt x="0" y="176209"/>
                      </a:lnTo>
                      <a:lnTo>
                        <a:pt x="30520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Freeform: Shape 276">
                  <a:extLst>
                    <a:ext uri="{FF2B5EF4-FFF2-40B4-BE49-F238E27FC236}">
                      <a16:creationId xmlns:a16="http://schemas.microsoft.com/office/drawing/2014/main" id="{38C14E1C-A5AF-7267-3C2A-7766EC16E5A8}"/>
                    </a:ext>
                  </a:extLst>
                </p:cNvPr>
                <p:cNvSpPr/>
                <p:nvPr/>
              </p:nvSpPr>
              <p:spPr>
                <a:xfrm>
                  <a:off x="3560320" y="2721289"/>
                  <a:ext cx="356833" cy="136723"/>
                </a:xfrm>
                <a:custGeom>
                  <a:avLst/>
                  <a:gdLst>
                    <a:gd name="connsiteX0" fmla="*/ 11833 w 356833"/>
                    <a:gd name="connsiteY0" fmla="*/ 0 h 136723"/>
                    <a:gd name="connsiteX1" fmla="*/ 356833 w 356833"/>
                    <a:gd name="connsiteY1" fmla="*/ 92443 h 136723"/>
                    <a:gd name="connsiteX2" fmla="*/ 345447 w 356833"/>
                    <a:gd name="connsiteY2" fmla="*/ 136723 h 136723"/>
                    <a:gd name="connsiteX3" fmla="*/ 0 w 356833"/>
                    <a:gd name="connsiteY3" fmla="*/ 44161 h 136723"/>
                    <a:gd name="connsiteX4" fmla="*/ 11833 w 356833"/>
                    <a:gd name="connsiteY4" fmla="*/ 0 h 136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3" h="136723">
                      <a:moveTo>
                        <a:pt x="11833" y="0"/>
                      </a:moveTo>
                      <a:lnTo>
                        <a:pt x="356833" y="92443"/>
                      </a:lnTo>
                      <a:lnTo>
                        <a:pt x="345447" y="136723"/>
                      </a:lnTo>
                      <a:lnTo>
                        <a:pt x="0" y="44161"/>
                      </a:lnTo>
                      <a:lnTo>
                        <a:pt x="1183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Freeform: Shape 277">
                  <a:extLst>
                    <a:ext uri="{FF2B5EF4-FFF2-40B4-BE49-F238E27FC236}">
                      <a16:creationId xmlns:a16="http://schemas.microsoft.com/office/drawing/2014/main" id="{AB98F105-FF8F-00C5-F5DF-8262287A2C7E}"/>
                    </a:ext>
                  </a:extLst>
                </p:cNvPr>
                <p:cNvSpPr/>
                <p:nvPr/>
              </p:nvSpPr>
              <p:spPr>
                <a:xfrm>
                  <a:off x="8264000" y="2721289"/>
                  <a:ext cx="351595" cy="135321"/>
                </a:xfrm>
                <a:custGeom>
                  <a:avLst/>
                  <a:gdLst>
                    <a:gd name="connsiteX0" fmla="*/ 339761 w 351595"/>
                    <a:gd name="connsiteY0" fmla="*/ 0 h 135321"/>
                    <a:gd name="connsiteX1" fmla="*/ 351595 w 351595"/>
                    <a:gd name="connsiteY1" fmla="*/ 44162 h 135321"/>
                    <a:gd name="connsiteX2" fmla="*/ 11386 w 351595"/>
                    <a:gd name="connsiteY2" fmla="*/ 135321 h 135321"/>
                    <a:gd name="connsiteX3" fmla="*/ 0 w 351595"/>
                    <a:gd name="connsiteY3" fmla="*/ 91039 h 135321"/>
                    <a:gd name="connsiteX4" fmla="*/ 339761 w 351595"/>
                    <a:gd name="connsiteY4" fmla="*/ 0 h 135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1">
                      <a:moveTo>
                        <a:pt x="339761" y="0"/>
                      </a:moveTo>
                      <a:lnTo>
                        <a:pt x="351595" y="44162"/>
                      </a:lnTo>
                      <a:lnTo>
                        <a:pt x="11386" y="135321"/>
                      </a:lnTo>
                      <a:lnTo>
                        <a:pt x="0" y="91039"/>
                      </a:lnTo>
                      <a:lnTo>
                        <a:pt x="3397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Freeform: Shape 278">
                  <a:extLst>
                    <a:ext uri="{FF2B5EF4-FFF2-40B4-BE49-F238E27FC236}">
                      <a16:creationId xmlns:a16="http://schemas.microsoft.com/office/drawing/2014/main" id="{4F82BF21-94B1-0422-E880-1838A47788C9}"/>
                    </a:ext>
                  </a:extLst>
                </p:cNvPr>
                <p:cNvSpPr/>
                <p:nvPr/>
              </p:nvSpPr>
              <p:spPr>
                <a:xfrm>
                  <a:off x="3477279" y="3396204"/>
                  <a:ext cx="356521" cy="45719"/>
                </a:xfrm>
                <a:custGeom>
                  <a:avLst/>
                  <a:gdLst>
                    <a:gd name="connsiteX0" fmla="*/ 356520 w 356521"/>
                    <a:gd name="connsiteY0" fmla="*/ 0 h 45719"/>
                    <a:gd name="connsiteX1" fmla="*/ 355366 w 356521"/>
                    <a:gd name="connsiteY1" fmla="*/ 22857 h 45719"/>
                    <a:gd name="connsiteX2" fmla="*/ 356521 w 356521"/>
                    <a:gd name="connsiteY2" fmla="*/ 45719 h 45719"/>
                    <a:gd name="connsiteX3" fmla="*/ 1 w 356521"/>
                    <a:gd name="connsiteY3" fmla="*/ 45719 h 45719"/>
                    <a:gd name="connsiteX4" fmla="*/ 0 w 356521"/>
                    <a:gd name="connsiteY4" fmla="*/ 0 h 45719"/>
                    <a:gd name="connsiteX5" fmla="*/ 356520 w 356521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6521" h="45719">
                      <a:moveTo>
                        <a:pt x="356520" y="0"/>
                      </a:moveTo>
                      <a:lnTo>
                        <a:pt x="355366" y="22857"/>
                      </a:lnTo>
                      <a:lnTo>
                        <a:pt x="356521" y="45719"/>
                      </a:lnTo>
                      <a:lnTo>
                        <a:pt x="1" y="45719"/>
                      </a:lnTo>
                      <a:lnTo>
                        <a:pt x="0" y="0"/>
                      </a:lnTo>
                      <a:lnTo>
                        <a:pt x="35652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Freeform: Shape 279">
                  <a:extLst>
                    <a:ext uri="{FF2B5EF4-FFF2-40B4-BE49-F238E27FC236}">
                      <a16:creationId xmlns:a16="http://schemas.microsoft.com/office/drawing/2014/main" id="{CF1D37B5-EB0E-A8C3-5280-79C0200D6E56}"/>
                    </a:ext>
                  </a:extLst>
                </p:cNvPr>
                <p:cNvSpPr/>
                <p:nvPr/>
              </p:nvSpPr>
              <p:spPr>
                <a:xfrm>
                  <a:off x="8347714" y="3396204"/>
                  <a:ext cx="350920" cy="45719"/>
                </a:xfrm>
                <a:custGeom>
                  <a:avLst/>
                  <a:gdLst>
                    <a:gd name="connsiteX0" fmla="*/ 0 w 350920"/>
                    <a:gd name="connsiteY0" fmla="*/ 0 h 45719"/>
                    <a:gd name="connsiteX1" fmla="*/ 350920 w 350920"/>
                    <a:gd name="connsiteY1" fmla="*/ 0 h 45719"/>
                    <a:gd name="connsiteX2" fmla="*/ 350920 w 350920"/>
                    <a:gd name="connsiteY2" fmla="*/ 45719 h 45719"/>
                    <a:gd name="connsiteX3" fmla="*/ 0 w 350920"/>
                    <a:gd name="connsiteY3" fmla="*/ 45719 h 45719"/>
                    <a:gd name="connsiteX4" fmla="*/ 1154 w 350920"/>
                    <a:gd name="connsiteY4" fmla="*/ 22857 h 45719"/>
                    <a:gd name="connsiteX5" fmla="*/ 0 w 350920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0920" h="45719">
                      <a:moveTo>
                        <a:pt x="0" y="0"/>
                      </a:moveTo>
                      <a:lnTo>
                        <a:pt x="350920" y="0"/>
                      </a:lnTo>
                      <a:lnTo>
                        <a:pt x="350920" y="45719"/>
                      </a:lnTo>
                      <a:lnTo>
                        <a:pt x="0" y="45719"/>
                      </a:lnTo>
                      <a:lnTo>
                        <a:pt x="1154" y="2285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Freeform: Shape 280">
                  <a:extLst>
                    <a:ext uri="{FF2B5EF4-FFF2-40B4-BE49-F238E27FC236}">
                      <a16:creationId xmlns:a16="http://schemas.microsoft.com/office/drawing/2014/main" id="{A5270F39-C09E-3249-3C2A-88C782750C7A}"/>
                    </a:ext>
                  </a:extLst>
                </p:cNvPr>
                <p:cNvSpPr/>
                <p:nvPr/>
              </p:nvSpPr>
              <p:spPr>
                <a:xfrm>
                  <a:off x="3560319" y="3980112"/>
                  <a:ext cx="356835" cy="136724"/>
                </a:xfrm>
                <a:custGeom>
                  <a:avLst/>
                  <a:gdLst>
                    <a:gd name="connsiteX0" fmla="*/ 345449 w 356835"/>
                    <a:gd name="connsiteY0" fmla="*/ 0 h 136724"/>
                    <a:gd name="connsiteX1" fmla="*/ 356835 w 356835"/>
                    <a:gd name="connsiteY1" fmla="*/ 44281 h 136724"/>
                    <a:gd name="connsiteX2" fmla="*/ 11833 w 356835"/>
                    <a:gd name="connsiteY2" fmla="*/ 136724 h 136724"/>
                    <a:gd name="connsiteX3" fmla="*/ 0 w 356835"/>
                    <a:gd name="connsiteY3" fmla="*/ 92563 h 136724"/>
                    <a:gd name="connsiteX4" fmla="*/ 345449 w 356835"/>
                    <a:gd name="connsiteY4" fmla="*/ 0 h 136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5" h="136724">
                      <a:moveTo>
                        <a:pt x="345449" y="0"/>
                      </a:moveTo>
                      <a:lnTo>
                        <a:pt x="356835" y="44281"/>
                      </a:lnTo>
                      <a:lnTo>
                        <a:pt x="11833" y="136724"/>
                      </a:lnTo>
                      <a:lnTo>
                        <a:pt x="0" y="92563"/>
                      </a:lnTo>
                      <a:lnTo>
                        <a:pt x="34544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Freeform: Shape 281">
                  <a:extLst>
                    <a:ext uri="{FF2B5EF4-FFF2-40B4-BE49-F238E27FC236}">
                      <a16:creationId xmlns:a16="http://schemas.microsoft.com/office/drawing/2014/main" id="{E0EE426A-3099-2BBD-0B85-B3EB064FA718}"/>
                    </a:ext>
                  </a:extLst>
                </p:cNvPr>
                <p:cNvSpPr/>
                <p:nvPr/>
              </p:nvSpPr>
              <p:spPr>
                <a:xfrm>
                  <a:off x="8264000" y="3981516"/>
                  <a:ext cx="351595" cy="135320"/>
                </a:xfrm>
                <a:custGeom>
                  <a:avLst/>
                  <a:gdLst>
                    <a:gd name="connsiteX0" fmla="*/ 11385 w 351595"/>
                    <a:gd name="connsiteY0" fmla="*/ 0 h 135320"/>
                    <a:gd name="connsiteX1" fmla="*/ 351595 w 351595"/>
                    <a:gd name="connsiteY1" fmla="*/ 91159 h 135320"/>
                    <a:gd name="connsiteX2" fmla="*/ 339762 w 351595"/>
                    <a:gd name="connsiteY2" fmla="*/ 135320 h 135320"/>
                    <a:gd name="connsiteX3" fmla="*/ 0 w 351595"/>
                    <a:gd name="connsiteY3" fmla="*/ 44281 h 135320"/>
                    <a:gd name="connsiteX4" fmla="*/ 11385 w 351595"/>
                    <a:gd name="connsiteY4" fmla="*/ 0 h 135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0">
                      <a:moveTo>
                        <a:pt x="11385" y="0"/>
                      </a:moveTo>
                      <a:lnTo>
                        <a:pt x="351595" y="91159"/>
                      </a:lnTo>
                      <a:lnTo>
                        <a:pt x="339762" y="135320"/>
                      </a:lnTo>
                      <a:lnTo>
                        <a:pt x="0" y="44281"/>
                      </a:lnTo>
                      <a:lnTo>
                        <a:pt x="1138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Freeform: Shape 282">
                  <a:extLst>
                    <a:ext uri="{FF2B5EF4-FFF2-40B4-BE49-F238E27FC236}">
                      <a16:creationId xmlns:a16="http://schemas.microsoft.com/office/drawing/2014/main" id="{21DCABC6-8461-549F-16DD-5DA4289C1BB3}"/>
                    </a:ext>
                  </a:extLst>
                </p:cNvPr>
                <p:cNvSpPr/>
                <p:nvPr/>
              </p:nvSpPr>
              <p:spPr>
                <a:xfrm>
                  <a:off x="3815614" y="4526511"/>
                  <a:ext cx="332211" cy="217688"/>
                </a:xfrm>
                <a:custGeom>
                  <a:avLst/>
                  <a:gdLst>
                    <a:gd name="connsiteX0" fmla="*/ 308467 w 332211"/>
                    <a:gd name="connsiteY0" fmla="*/ 0 h 217688"/>
                    <a:gd name="connsiteX1" fmla="*/ 332211 w 332211"/>
                    <a:gd name="connsiteY1" fmla="*/ 39084 h 217688"/>
                    <a:gd name="connsiteX2" fmla="*/ 22860 w 332211"/>
                    <a:gd name="connsiteY2" fmla="*/ 217688 h 217688"/>
                    <a:gd name="connsiteX3" fmla="*/ 0 w 332211"/>
                    <a:gd name="connsiteY3" fmla="*/ 178093 h 217688"/>
                    <a:gd name="connsiteX4" fmla="*/ 308467 w 332211"/>
                    <a:gd name="connsiteY4" fmla="*/ 0 h 217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11" h="217688">
                      <a:moveTo>
                        <a:pt x="308467" y="0"/>
                      </a:moveTo>
                      <a:lnTo>
                        <a:pt x="332211" y="39084"/>
                      </a:lnTo>
                      <a:lnTo>
                        <a:pt x="22860" y="217688"/>
                      </a:lnTo>
                      <a:lnTo>
                        <a:pt x="0" y="178093"/>
                      </a:lnTo>
                      <a:lnTo>
                        <a:pt x="30846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Freeform: Shape 283">
                  <a:extLst>
                    <a:ext uri="{FF2B5EF4-FFF2-40B4-BE49-F238E27FC236}">
                      <a16:creationId xmlns:a16="http://schemas.microsoft.com/office/drawing/2014/main" id="{00A4D9DA-FB5E-FD5A-A127-9D62CD3CC3D9}"/>
                    </a:ext>
                  </a:extLst>
                </p:cNvPr>
                <p:cNvSpPr/>
                <p:nvPr/>
              </p:nvSpPr>
              <p:spPr>
                <a:xfrm>
                  <a:off x="8032234" y="4528904"/>
                  <a:ext cx="328066" cy="215294"/>
                </a:xfrm>
                <a:custGeom>
                  <a:avLst/>
                  <a:gdLst>
                    <a:gd name="connsiteX0" fmla="*/ 23744 w 328066"/>
                    <a:gd name="connsiteY0" fmla="*/ 0 h 215294"/>
                    <a:gd name="connsiteX1" fmla="*/ 328066 w 328066"/>
                    <a:gd name="connsiteY1" fmla="*/ 175700 h 215294"/>
                    <a:gd name="connsiteX2" fmla="*/ 305206 w 328066"/>
                    <a:gd name="connsiteY2" fmla="*/ 215294 h 215294"/>
                    <a:gd name="connsiteX3" fmla="*/ 0 w 328066"/>
                    <a:gd name="connsiteY3" fmla="*/ 39084 h 215294"/>
                    <a:gd name="connsiteX4" fmla="*/ 23744 w 328066"/>
                    <a:gd name="connsiteY4" fmla="*/ 0 h 215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6" h="215294">
                      <a:moveTo>
                        <a:pt x="23744" y="0"/>
                      </a:moveTo>
                      <a:lnTo>
                        <a:pt x="328066" y="175700"/>
                      </a:lnTo>
                      <a:lnTo>
                        <a:pt x="305206" y="215294"/>
                      </a:lnTo>
                      <a:lnTo>
                        <a:pt x="0" y="39084"/>
                      </a:lnTo>
                      <a:lnTo>
                        <a:pt x="2374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Freeform: Shape 284">
                  <a:extLst>
                    <a:ext uri="{FF2B5EF4-FFF2-40B4-BE49-F238E27FC236}">
                      <a16:creationId xmlns:a16="http://schemas.microsoft.com/office/drawing/2014/main" id="{ED3B160E-0E60-C0BA-D379-253C54795992}"/>
                    </a:ext>
                  </a:extLst>
                </p:cNvPr>
                <p:cNvSpPr/>
                <p:nvPr/>
              </p:nvSpPr>
              <p:spPr>
                <a:xfrm>
                  <a:off x="4225765" y="4997386"/>
                  <a:ext cx="283736" cy="283869"/>
                </a:xfrm>
                <a:custGeom>
                  <a:avLst/>
                  <a:gdLst>
                    <a:gd name="connsiteX0" fmla="*/ 251541 w 283736"/>
                    <a:gd name="connsiteY0" fmla="*/ 0 h 283869"/>
                    <a:gd name="connsiteX1" fmla="*/ 268265 w 283736"/>
                    <a:gd name="connsiteY1" fmla="*/ 18401 h 283869"/>
                    <a:gd name="connsiteX2" fmla="*/ 283736 w 283736"/>
                    <a:gd name="connsiteY2" fmla="*/ 32462 h 283869"/>
                    <a:gd name="connsiteX3" fmla="*/ 32328 w 283736"/>
                    <a:gd name="connsiteY3" fmla="*/ 283869 h 283869"/>
                    <a:gd name="connsiteX4" fmla="*/ 0 w 283736"/>
                    <a:gd name="connsiteY4" fmla="*/ 251541 h 283869"/>
                    <a:gd name="connsiteX5" fmla="*/ 251541 w 283736"/>
                    <a:gd name="connsiteY5" fmla="*/ 0 h 283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6" h="283869">
                      <a:moveTo>
                        <a:pt x="251541" y="0"/>
                      </a:moveTo>
                      <a:lnTo>
                        <a:pt x="268265" y="18401"/>
                      </a:lnTo>
                      <a:lnTo>
                        <a:pt x="283736" y="32462"/>
                      </a:lnTo>
                      <a:lnTo>
                        <a:pt x="32328" y="283869"/>
                      </a:lnTo>
                      <a:lnTo>
                        <a:pt x="0" y="251541"/>
                      </a:lnTo>
                      <a:lnTo>
                        <a:pt x="25154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" name="Freeform: Shape 285">
                  <a:extLst>
                    <a:ext uri="{FF2B5EF4-FFF2-40B4-BE49-F238E27FC236}">
                      <a16:creationId xmlns:a16="http://schemas.microsoft.com/office/drawing/2014/main" id="{C1519AE8-309B-7A36-B36D-ED3C4ADB424D}"/>
                    </a:ext>
                  </a:extLst>
                </p:cNvPr>
                <p:cNvSpPr/>
                <p:nvPr/>
              </p:nvSpPr>
              <p:spPr>
                <a:xfrm>
                  <a:off x="7669079" y="5000318"/>
                  <a:ext cx="281070" cy="280936"/>
                </a:xfrm>
                <a:custGeom>
                  <a:avLst/>
                  <a:gdLst>
                    <a:gd name="connsiteX0" fmla="*/ 32462 w 281070"/>
                    <a:gd name="connsiteY0" fmla="*/ 0 h 280936"/>
                    <a:gd name="connsiteX1" fmla="*/ 281070 w 281070"/>
                    <a:gd name="connsiteY1" fmla="*/ 248608 h 280936"/>
                    <a:gd name="connsiteX2" fmla="*/ 248742 w 281070"/>
                    <a:gd name="connsiteY2" fmla="*/ 280936 h 280936"/>
                    <a:gd name="connsiteX3" fmla="*/ 0 w 281070"/>
                    <a:gd name="connsiteY3" fmla="*/ 32194 h 280936"/>
                    <a:gd name="connsiteX4" fmla="*/ 18403 w 281070"/>
                    <a:gd name="connsiteY4" fmla="*/ 15468 h 280936"/>
                    <a:gd name="connsiteX5" fmla="*/ 32462 w 281070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70" h="280936">
                      <a:moveTo>
                        <a:pt x="32462" y="0"/>
                      </a:moveTo>
                      <a:lnTo>
                        <a:pt x="281070" y="248608"/>
                      </a:lnTo>
                      <a:lnTo>
                        <a:pt x="248742" y="280936"/>
                      </a:lnTo>
                      <a:lnTo>
                        <a:pt x="0" y="32194"/>
                      </a:lnTo>
                      <a:lnTo>
                        <a:pt x="18403" y="15468"/>
                      </a:lnTo>
                      <a:lnTo>
                        <a:pt x="3246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" name="Freeform: Shape 286">
                  <a:extLst>
                    <a:ext uri="{FF2B5EF4-FFF2-40B4-BE49-F238E27FC236}">
                      <a16:creationId xmlns:a16="http://schemas.microsoft.com/office/drawing/2014/main" id="{6E17EE3A-DBAD-DB6F-3E13-BB535C503AC9}"/>
                    </a:ext>
                  </a:extLst>
                </p:cNvPr>
                <p:cNvSpPr/>
                <p:nvPr/>
              </p:nvSpPr>
              <p:spPr>
                <a:xfrm>
                  <a:off x="4762823" y="5360009"/>
                  <a:ext cx="217217" cy="331397"/>
                </a:xfrm>
                <a:custGeom>
                  <a:avLst/>
                  <a:gdLst>
                    <a:gd name="connsiteX0" fmla="*/ 178134 w 217217"/>
                    <a:gd name="connsiteY0" fmla="*/ 0 h 331397"/>
                    <a:gd name="connsiteX1" fmla="*/ 217217 w 217217"/>
                    <a:gd name="connsiteY1" fmla="*/ 23744 h 331397"/>
                    <a:gd name="connsiteX2" fmla="*/ 39593 w 217217"/>
                    <a:gd name="connsiteY2" fmla="*/ 331397 h 331397"/>
                    <a:gd name="connsiteX3" fmla="*/ 0 w 217217"/>
                    <a:gd name="connsiteY3" fmla="*/ 308537 h 331397"/>
                    <a:gd name="connsiteX4" fmla="*/ 178134 w 217217"/>
                    <a:gd name="connsiteY4" fmla="*/ 0 h 331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7">
                      <a:moveTo>
                        <a:pt x="178134" y="0"/>
                      </a:moveTo>
                      <a:lnTo>
                        <a:pt x="217217" y="23744"/>
                      </a:lnTo>
                      <a:lnTo>
                        <a:pt x="39593" y="331397"/>
                      </a:lnTo>
                      <a:lnTo>
                        <a:pt x="0" y="308537"/>
                      </a:lnTo>
                      <a:lnTo>
                        <a:pt x="17813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" name="Freeform: Shape 287">
                  <a:extLst>
                    <a:ext uri="{FF2B5EF4-FFF2-40B4-BE49-F238E27FC236}">
                      <a16:creationId xmlns:a16="http://schemas.microsoft.com/office/drawing/2014/main" id="{20DF4E59-354D-F843-AE4D-FEBE15DAA5A6}"/>
                    </a:ext>
                  </a:extLst>
                </p:cNvPr>
                <p:cNvSpPr/>
                <p:nvPr/>
              </p:nvSpPr>
              <p:spPr>
                <a:xfrm>
                  <a:off x="7197328" y="5362526"/>
                  <a:ext cx="215764" cy="328878"/>
                </a:xfrm>
                <a:custGeom>
                  <a:avLst/>
                  <a:gdLst>
                    <a:gd name="connsiteX0" fmla="*/ 39084 w 215764"/>
                    <a:gd name="connsiteY0" fmla="*/ 0 h 328878"/>
                    <a:gd name="connsiteX1" fmla="*/ 215764 w 215764"/>
                    <a:gd name="connsiteY1" fmla="*/ 306019 h 328878"/>
                    <a:gd name="connsiteX2" fmla="*/ 176170 w 215764"/>
                    <a:gd name="connsiteY2" fmla="*/ 328878 h 328878"/>
                    <a:gd name="connsiteX3" fmla="*/ 0 w 215764"/>
                    <a:gd name="connsiteY3" fmla="*/ 23744 h 328878"/>
                    <a:gd name="connsiteX4" fmla="*/ 39084 w 215764"/>
                    <a:gd name="connsiteY4" fmla="*/ 0 h 3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4" h="328878">
                      <a:moveTo>
                        <a:pt x="39084" y="0"/>
                      </a:moveTo>
                      <a:lnTo>
                        <a:pt x="215764" y="306019"/>
                      </a:lnTo>
                      <a:lnTo>
                        <a:pt x="176170" y="328878"/>
                      </a:lnTo>
                      <a:lnTo>
                        <a:pt x="0" y="23744"/>
                      </a:lnTo>
                      <a:lnTo>
                        <a:pt x="3908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" name="Freeform: Shape 288">
                  <a:extLst>
                    <a:ext uri="{FF2B5EF4-FFF2-40B4-BE49-F238E27FC236}">
                      <a16:creationId xmlns:a16="http://schemas.microsoft.com/office/drawing/2014/main" id="{1953AF8A-E617-513D-4474-B2B806FEFE03}"/>
                    </a:ext>
                  </a:extLst>
                </p:cNvPr>
                <p:cNvSpPr/>
                <p:nvPr/>
              </p:nvSpPr>
              <p:spPr>
                <a:xfrm>
                  <a:off x="5390184" y="5591812"/>
                  <a:ext cx="136202" cy="354889"/>
                </a:xfrm>
                <a:custGeom>
                  <a:avLst/>
                  <a:gdLst>
                    <a:gd name="connsiteX0" fmla="*/ 91922 w 136202"/>
                    <a:gd name="connsiteY0" fmla="*/ 0 h 354889"/>
                    <a:gd name="connsiteX1" fmla="*/ 136202 w 136202"/>
                    <a:gd name="connsiteY1" fmla="*/ 11385 h 354889"/>
                    <a:gd name="connsiteX2" fmla="*/ 44161 w 136202"/>
                    <a:gd name="connsiteY2" fmla="*/ 354889 h 354889"/>
                    <a:gd name="connsiteX3" fmla="*/ 0 w 136202"/>
                    <a:gd name="connsiteY3" fmla="*/ 343056 h 354889"/>
                    <a:gd name="connsiteX4" fmla="*/ 91922 w 136202"/>
                    <a:gd name="connsiteY4" fmla="*/ 0 h 354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9">
                      <a:moveTo>
                        <a:pt x="91922" y="0"/>
                      </a:moveTo>
                      <a:lnTo>
                        <a:pt x="136202" y="11385"/>
                      </a:lnTo>
                      <a:lnTo>
                        <a:pt x="44161" y="354889"/>
                      </a:lnTo>
                      <a:lnTo>
                        <a:pt x="0" y="343056"/>
                      </a:lnTo>
                      <a:lnTo>
                        <a:pt x="9192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Freeform: Shape 289">
                  <a:extLst>
                    <a:ext uri="{FF2B5EF4-FFF2-40B4-BE49-F238E27FC236}">
                      <a16:creationId xmlns:a16="http://schemas.microsoft.com/office/drawing/2014/main" id="{EF15622A-F01B-87CC-B3C1-ACBEF8D27887}"/>
                    </a:ext>
                  </a:extLst>
                </p:cNvPr>
                <p:cNvSpPr/>
                <p:nvPr/>
              </p:nvSpPr>
              <p:spPr>
                <a:xfrm>
                  <a:off x="6649888" y="5593157"/>
                  <a:ext cx="135842" cy="353542"/>
                </a:xfrm>
                <a:custGeom>
                  <a:avLst/>
                  <a:gdLst>
                    <a:gd name="connsiteX0" fmla="*/ 44281 w 135842"/>
                    <a:gd name="connsiteY0" fmla="*/ 0 h 353542"/>
                    <a:gd name="connsiteX1" fmla="*/ 135842 w 135842"/>
                    <a:gd name="connsiteY1" fmla="*/ 341709 h 353542"/>
                    <a:gd name="connsiteX2" fmla="*/ 91681 w 135842"/>
                    <a:gd name="connsiteY2" fmla="*/ 353542 h 353542"/>
                    <a:gd name="connsiteX3" fmla="*/ 0 w 135842"/>
                    <a:gd name="connsiteY3" fmla="*/ 11386 h 353542"/>
                    <a:gd name="connsiteX4" fmla="*/ 44281 w 135842"/>
                    <a:gd name="connsiteY4" fmla="*/ 0 h 353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2" h="353542">
                      <a:moveTo>
                        <a:pt x="44281" y="0"/>
                      </a:moveTo>
                      <a:lnTo>
                        <a:pt x="135842" y="341709"/>
                      </a:lnTo>
                      <a:lnTo>
                        <a:pt x="91681" y="353542"/>
                      </a:lnTo>
                      <a:lnTo>
                        <a:pt x="0" y="11386"/>
                      </a:lnTo>
                      <a:lnTo>
                        <a:pt x="4428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" name="Freeform: Shape 290">
                  <a:extLst>
                    <a:ext uri="{FF2B5EF4-FFF2-40B4-BE49-F238E27FC236}">
                      <a16:creationId xmlns:a16="http://schemas.microsoft.com/office/drawing/2014/main" id="{AAF6B6B9-7956-1E59-8017-0B24E7C2310A}"/>
                    </a:ext>
                  </a:extLst>
                </p:cNvPr>
                <p:cNvSpPr/>
                <p:nvPr/>
              </p:nvSpPr>
              <p:spPr>
                <a:xfrm>
                  <a:off x="6065099" y="5675878"/>
                  <a:ext cx="45719" cy="353863"/>
                </a:xfrm>
                <a:custGeom>
                  <a:avLst/>
                  <a:gdLst>
                    <a:gd name="connsiteX0" fmla="*/ 0 w 45719"/>
                    <a:gd name="connsiteY0" fmla="*/ 0 h 353863"/>
                    <a:gd name="connsiteX1" fmla="*/ 25658 w 45719"/>
                    <a:gd name="connsiteY1" fmla="*/ 1295 h 353863"/>
                    <a:gd name="connsiteX2" fmla="*/ 45719 w 45719"/>
                    <a:gd name="connsiteY2" fmla="*/ 282 h 353863"/>
                    <a:gd name="connsiteX3" fmla="*/ 45719 w 45719"/>
                    <a:gd name="connsiteY3" fmla="*/ 353863 h 353863"/>
                    <a:gd name="connsiteX4" fmla="*/ 0 w 45719"/>
                    <a:gd name="connsiteY4" fmla="*/ 353863 h 353863"/>
                    <a:gd name="connsiteX5" fmla="*/ 0 w 45719"/>
                    <a:gd name="connsiteY5" fmla="*/ 0 h 353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9" h="353863">
                      <a:moveTo>
                        <a:pt x="0" y="0"/>
                      </a:moveTo>
                      <a:lnTo>
                        <a:pt x="25658" y="1295"/>
                      </a:lnTo>
                      <a:lnTo>
                        <a:pt x="45719" y="282"/>
                      </a:lnTo>
                      <a:lnTo>
                        <a:pt x="45719" y="353863"/>
                      </a:lnTo>
                      <a:lnTo>
                        <a:pt x="0" y="3538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7" name="Circle: Hollow 263">
              <a:extLst>
                <a:ext uri="{FF2B5EF4-FFF2-40B4-BE49-F238E27FC236}">
                  <a16:creationId xmlns:a16="http://schemas.microsoft.com/office/drawing/2014/main" id="{35FA8518-2AE0-A9D9-A9D3-27A0349F243C}"/>
                </a:ext>
              </a:extLst>
            </p:cNvPr>
            <p:cNvSpPr/>
            <p:nvPr/>
          </p:nvSpPr>
          <p:spPr>
            <a:xfrm>
              <a:off x="2536424" y="967127"/>
              <a:ext cx="4877362" cy="4877362"/>
            </a:xfrm>
            <a:prstGeom prst="donut">
              <a:avLst>
                <a:gd name="adj" fmla="val 120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  <p:sp>
          <p:nvSpPr>
            <p:cNvPr id="8" name="Circle: Hollow 264">
              <a:extLst>
                <a:ext uri="{FF2B5EF4-FFF2-40B4-BE49-F238E27FC236}">
                  <a16:creationId xmlns:a16="http://schemas.microsoft.com/office/drawing/2014/main" id="{313EDDA2-07AC-7249-4AE0-3B1A7C25AD3F}"/>
                </a:ext>
              </a:extLst>
            </p:cNvPr>
            <p:cNvSpPr/>
            <p:nvPr/>
          </p:nvSpPr>
          <p:spPr>
            <a:xfrm>
              <a:off x="2215784" y="646487"/>
              <a:ext cx="5518642" cy="5518642"/>
            </a:xfrm>
            <a:prstGeom prst="donut">
              <a:avLst>
                <a:gd name="adj" fmla="val 6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59" name="Oval 58">
            <a:extLst>
              <a:ext uri="{FF2B5EF4-FFF2-40B4-BE49-F238E27FC236}">
                <a16:creationId xmlns:a16="http://schemas.microsoft.com/office/drawing/2014/main" id="{FF6F5AD8-6C22-3F91-C525-7A9166AB522C}"/>
              </a:ext>
            </a:extLst>
          </p:cNvPr>
          <p:cNvSpPr/>
          <p:nvPr/>
        </p:nvSpPr>
        <p:spPr>
          <a:xfrm>
            <a:off x="4885690" y="2472998"/>
            <a:ext cx="2246630" cy="234690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38F1CEDE-A61A-17D1-055D-A510033233DC}"/>
              </a:ext>
            </a:extLst>
          </p:cNvPr>
          <p:cNvSpPr/>
          <p:nvPr/>
        </p:nvSpPr>
        <p:spPr>
          <a:xfrm>
            <a:off x="4221479" y="2484980"/>
            <a:ext cx="916305" cy="372519"/>
          </a:xfrm>
          <a:custGeom>
            <a:avLst/>
            <a:gdLst>
              <a:gd name="connsiteX0" fmla="*/ 922020 w 922020"/>
              <a:gd name="connsiteY0" fmla="*/ 412961 h 412961"/>
              <a:gd name="connsiteX1" fmla="*/ 529590 w 922020"/>
              <a:gd name="connsiteY1" fmla="*/ 35771 h 412961"/>
              <a:gd name="connsiteX2" fmla="*/ 0 w 922020"/>
              <a:gd name="connsiteY2" fmla="*/ 20531 h 412961"/>
              <a:gd name="connsiteX0" fmla="*/ 922020 w 922020"/>
              <a:gd name="connsiteY0" fmla="*/ 412961 h 412961"/>
              <a:gd name="connsiteX1" fmla="*/ 529590 w 922020"/>
              <a:gd name="connsiteY1" fmla="*/ 35771 h 412961"/>
              <a:gd name="connsiteX2" fmla="*/ 0 w 922020"/>
              <a:gd name="connsiteY2" fmla="*/ 20531 h 412961"/>
              <a:gd name="connsiteX0" fmla="*/ 922020 w 922020"/>
              <a:gd name="connsiteY0" fmla="*/ 393742 h 393742"/>
              <a:gd name="connsiteX1" fmla="*/ 529590 w 922020"/>
              <a:gd name="connsiteY1" fmla="*/ 16552 h 393742"/>
              <a:gd name="connsiteX2" fmla="*/ 0 w 922020"/>
              <a:gd name="connsiteY2" fmla="*/ 1312 h 393742"/>
              <a:gd name="connsiteX0" fmla="*/ 832485 w 832485"/>
              <a:gd name="connsiteY0" fmla="*/ 379836 h 379836"/>
              <a:gd name="connsiteX1" fmla="*/ 440055 w 832485"/>
              <a:gd name="connsiteY1" fmla="*/ 2646 h 379836"/>
              <a:gd name="connsiteX2" fmla="*/ 0 w 832485"/>
              <a:gd name="connsiteY2" fmla="*/ 2646 h 379836"/>
              <a:gd name="connsiteX0" fmla="*/ 832485 w 832485"/>
              <a:gd name="connsiteY0" fmla="*/ 378234 h 378234"/>
              <a:gd name="connsiteX1" fmla="*/ 440055 w 832485"/>
              <a:gd name="connsiteY1" fmla="*/ 1044 h 378234"/>
              <a:gd name="connsiteX2" fmla="*/ 0 w 832485"/>
              <a:gd name="connsiteY2" fmla="*/ 1044 h 378234"/>
              <a:gd name="connsiteX0" fmla="*/ 832485 w 832485"/>
              <a:gd name="connsiteY0" fmla="*/ 378234 h 378234"/>
              <a:gd name="connsiteX1" fmla="*/ 440055 w 832485"/>
              <a:gd name="connsiteY1" fmla="*/ 1044 h 378234"/>
              <a:gd name="connsiteX2" fmla="*/ 0 w 832485"/>
              <a:gd name="connsiteY2" fmla="*/ 1044 h 378234"/>
              <a:gd name="connsiteX0" fmla="*/ 834390 w 834390"/>
              <a:gd name="connsiteY0" fmla="*/ 372519 h 372519"/>
              <a:gd name="connsiteX1" fmla="*/ 440055 w 834390"/>
              <a:gd name="connsiteY1" fmla="*/ 1044 h 372519"/>
              <a:gd name="connsiteX2" fmla="*/ 0 w 834390"/>
              <a:gd name="connsiteY2" fmla="*/ 1044 h 372519"/>
              <a:gd name="connsiteX0" fmla="*/ 834390 w 834390"/>
              <a:gd name="connsiteY0" fmla="*/ 371649 h 371649"/>
              <a:gd name="connsiteX1" fmla="*/ 421005 w 834390"/>
              <a:gd name="connsiteY1" fmla="*/ 43989 h 371649"/>
              <a:gd name="connsiteX2" fmla="*/ 0 w 834390"/>
              <a:gd name="connsiteY2" fmla="*/ 174 h 371649"/>
              <a:gd name="connsiteX0" fmla="*/ 834390 w 834390"/>
              <a:gd name="connsiteY0" fmla="*/ 372518 h 372518"/>
              <a:gd name="connsiteX1" fmla="*/ 438150 w 834390"/>
              <a:gd name="connsiteY1" fmla="*/ 1043 h 372518"/>
              <a:gd name="connsiteX2" fmla="*/ 0 w 834390"/>
              <a:gd name="connsiteY2" fmla="*/ 1043 h 372518"/>
              <a:gd name="connsiteX0" fmla="*/ 834390 w 834390"/>
              <a:gd name="connsiteY0" fmla="*/ 372518 h 372518"/>
              <a:gd name="connsiteX1" fmla="*/ 438150 w 834390"/>
              <a:gd name="connsiteY1" fmla="*/ 1043 h 372518"/>
              <a:gd name="connsiteX2" fmla="*/ 0 w 834390"/>
              <a:gd name="connsiteY2" fmla="*/ 1043 h 372518"/>
              <a:gd name="connsiteX0" fmla="*/ 834390 w 834390"/>
              <a:gd name="connsiteY0" fmla="*/ 372518 h 372518"/>
              <a:gd name="connsiteX1" fmla="*/ 438150 w 834390"/>
              <a:gd name="connsiteY1" fmla="*/ 1043 h 372518"/>
              <a:gd name="connsiteX2" fmla="*/ 0 w 834390"/>
              <a:gd name="connsiteY2" fmla="*/ 1043 h 372518"/>
              <a:gd name="connsiteX0" fmla="*/ 834390 w 834390"/>
              <a:gd name="connsiteY0" fmla="*/ 372518 h 372518"/>
              <a:gd name="connsiteX1" fmla="*/ 438150 w 834390"/>
              <a:gd name="connsiteY1" fmla="*/ 1043 h 372518"/>
              <a:gd name="connsiteX2" fmla="*/ 0 w 834390"/>
              <a:gd name="connsiteY2" fmla="*/ 1043 h 372518"/>
              <a:gd name="connsiteX0" fmla="*/ 834390 w 834390"/>
              <a:gd name="connsiteY0" fmla="*/ 372518 h 372518"/>
              <a:gd name="connsiteX1" fmla="*/ 438150 w 834390"/>
              <a:gd name="connsiteY1" fmla="*/ 1043 h 372518"/>
              <a:gd name="connsiteX2" fmla="*/ 0 w 834390"/>
              <a:gd name="connsiteY2" fmla="*/ 1043 h 372518"/>
              <a:gd name="connsiteX0" fmla="*/ 912495 w 912495"/>
              <a:gd name="connsiteY0" fmla="*/ 379649 h 379649"/>
              <a:gd name="connsiteX1" fmla="*/ 516255 w 912495"/>
              <a:gd name="connsiteY1" fmla="*/ 8174 h 379649"/>
              <a:gd name="connsiteX2" fmla="*/ 0 w 912495"/>
              <a:gd name="connsiteY2" fmla="*/ 554 h 379649"/>
              <a:gd name="connsiteX0" fmla="*/ 925830 w 925830"/>
              <a:gd name="connsiteY0" fmla="*/ 371475 h 371475"/>
              <a:gd name="connsiteX1" fmla="*/ 529590 w 925830"/>
              <a:gd name="connsiteY1" fmla="*/ 0 h 371475"/>
              <a:gd name="connsiteX2" fmla="*/ 0 w 925830"/>
              <a:gd name="connsiteY2" fmla="*/ 3810 h 371475"/>
              <a:gd name="connsiteX0" fmla="*/ 914400 w 914400"/>
              <a:gd name="connsiteY0" fmla="*/ 383354 h 383354"/>
              <a:gd name="connsiteX1" fmla="*/ 518160 w 914400"/>
              <a:gd name="connsiteY1" fmla="*/ 11879 h 383354"/>
              <a:gd name="connsiteX2" fmla="*/ 0 w 914400"/>
              <a:gd name="connsiteY2" fmla="*/ 449 h 383354"/>
              <a:gd name="connsiteX0" fmla="*/ 916305 w 916305"/>
              <a:gd name="connsiteY0" fmla="*/ 372519 h 372519"/>
              <a:gd name="connsiteX1" fmla="*/ 520065 w 916305"/>
              <a:gd name="connsiteY1" fmla="*/ 1044 h 372519"/>
              <a:gd name="connsiteX2" fmla="*/ 0 w 916305"/>
              <a:gd name="connsiteY2" fmla="*/ 1044 h 37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6305" h="372519">
                <a:moveTo>
                  <a:pt x="916305" y="372519"/>
                </a:moveTo>
                <a:cubicBezTo>
                  <a:pt x="909320" y="361406"/>
                  <a:pt x="568960" y="39779"/>
                  <a:pt x="520065" y="1044"/>
                </a:cubicBezTo>
                <a:cubicBezTo>
                  <a:pt x="518795" y="4219"/>
                  <a:pt x="952" y="-2449"/>
                  <a:pt x="0" y="1044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CC2463FB-9EA1-4226-8732-4FCD6EFE1140}"/>
              </a:ext>
            </a:extLst>
          </p:cNvPr>
          <p:cNvSpPr/>
          <p:nvPr/>
        </p:nvSpPr>
        <p:spPr>
          <a:xfrm>
            <a:off x="355600" y="1854200"/>
            <a:ext cx="3865879" cy="1691640"/>
          </a:xfrm>
          <a:prstGeom prst="roundRect">
            <a:avLst>
              <a:gd name="adj" fmla="val 6681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C805AECA-20D0-EF72-A035-154F84C22F60}"/>
              </a:ext>
            </a:extLst>
          </p:cNvPr>
          <p:cNvSpPr/>
          <p:nvPr/>
        </p:nvSpPr>
        <p:spPr>
          <a:xfrm flipH="1">
            <a:off x="6862538" y="2481296"/>
            <a:ext cx="841980" cy="388270"/>
          </a:xfrm>
          <a:custGeom>
            <a:avLst/>
            <a:gdLst>
              <a:gd name="connsiteX0" fmla="*/ 922020 w 922020"/>
              <a:gd name="connsiteY0" fmla="*/ 412961 h 412961"/>
              <a:gd name="connsiteX1" fmla="*/ 529590 w 922020"/>
              <a:gd name="connsiteY1" fmla="*/ 35771 h 412961"/>
              <a:gd name="connsiteX2" fmla="*/ 0 w 922020"/>
              <a:gd name="connsiteY2" fmla="*/ 20531 h 412961"/>
              <a:gd name="connsiteX0" fmla="*/ 922020 w 922020"/>
              <a:gd name="connsiteY0" fmla="*/ 412961 h 412961"/>
              <a:gd name="connsiteX1" fmla="*/ 529590 w 922020"/>
              <a:gd name="connsiteY1" fmla="*/ 35771 h 412961"/>
              <a:gd name="connsiteX2" fmla="*/ 0 w 922020"/>
              <a:gd name="connsiteY2" fmla="*/ 20531 h 412961"/>
              <a:gd name="connsiteX0" fmla="*/ 922020 w 922020"/>
              <a:gd name="connsiteY0" fmla="*/ 393742 h 393742"/>
              <a:gd name="connsiteX1" fmla="*/ 529590 w 922020"/>
              <a:gd name="connsiteY1" fmla="*/ 16552 h 393742"/>
              <a:gd name="connsiteX2" fmla="*/ 0 w 922020"/>
              <a:gd name="connsiteY2" fmla="*/ 1312 h 393742"/>
              <a:gd name="connsiteX0" fmla="*/ 832485 w 832485"/>
              <a:gd name="connsiteY0" fmla="*/ 379836 h 379836"/>
              <a:gd name="connsiteX1" fmla="*/ 440055 w 832485"/>
              <a:gd name="connsiteY1" fmla="*/ 2646 h 379836"/>
              <a:gd name="connsiteX2" fmla="*/ 0 w 832485"/>
              <a:gd name="connsiteY2" fmla="*/ 2646 h 379836"/>
              <a:gd name="connsiteX0" fmla="*/ 832485 w 832485"/>
              <a:gd name="connsiteY0" fmla="*/ 378234 h 378234"/>
              <a:gd name="connsiteX1" fmla="*/ 440055 w 832485"/>
              <a:gd name="connsiteY1" fmla="*/ 1044 h 378234"/>
              <a:gd name="connsiteX2" fmla="*/ 0 w 832485"/>
              <a:gd name="connsiteY2" fmla="*/ 1044 h 378234"/>
              <a:gd name="connsiteX0" fmla="*/ 832485 w 832485"/>
              <a:gd name="connsiteY0" fmla="*/ 378234 h 378234"/>
              <a:gd name="connsiteX1" fmla="*/ 440055 w 832485"/>
              <a:gd name="connsiteY1" fmla="*/ 1044 h 378234"/>
              <a:gd name="connsiteX2" fmla="*/ 0 w 832485"/>
              <a:gd name="connsiteY2" fmla="*/ 1044 h 378234"/>
              <a:gd name="connsiteX0" fmla="*/ 834390 w 834390"/>
              <a:gd name="connsiteY0" fmla="*/ 372519 h 372519"/>
              <a:gd name="connsiteX1" fmla="*/ 440055 w 834390"/>
              <a:gd name="connsiteY1" fmla="*/ 1044 h 372519"/>
              <a:gd name="connsiteX2" fmla="*/ 0 w 834390"/>
              <a:gd name="connsiteY2" fmla="*/ 1044 h 372519"/>
              <a:gd name="connsiteX0" fmla="*/ 834390 w 834390"/>
              <a:gd name="connsiteY0" fmla="*/ 371649 h 371649"/>
              <a:gd name="connsiteX1" fmla="*/ 421005 w 834390"/>
              <a:gd name="connsiteY1" fmla="*/ 43989 h 371649"/>
              <a:gd name="connsiteX2" fmla="*/ 0 w 834390"/>
              <a:gd name="connsiteY2" fmla="*/ 174 h 371649"/>
              <a:gd name="connsiteX0" fmla="*/ 834390 w 834390"/>
              <a:gd name="connsiteY0" fmla="*/ 372518 h 372518"/>
              <a:gd name="connsiteX1" fmla="*/ 438150 w 834390"/>
              <a:gd name="connsiteY1" fmla="*/ 1043 h 372518"/>
              <a:gd name="connsiteX2" fmla="*/ 0 w 834390"/>
              <a:gd name="connsiteY2" fmla="*/ 1043 h 372518"/>
              <a:gd name="connsiteX0" fmla="*/ 834390 w 834390"/>
              <a:gd name="connsiteY0" fmla="*/ 372518 h 372518"/>
              <a:gd name="connsiteX1" fmla="*/ 438150 w 834390"/>
              <a:gd name="connsiteY1" fmla="*/ 1043 h 372518"/>
              <a:gd name="connsiteX2" fmla="*/ 0 w 834390"/>
              <a:gd name="connsiteY2" fmla="*/ 1043 h 372518"/>
              <a:gd name="connsiteX0" fmla="*/ 834390 w 834390"/>
              <a:gd name="connsiteY0" fmla="*/ 372518 h 372518"/>
              <a:gd name="connsiteX1" fmla="*/ 438150 w 834390"/>
              <a:gd name="connsiteY1" fmla="*/ 1043 h 372518"/>
              <a:gd name="connsiteX2" fmla="*/ 0 w 834390"/>
              <a:gd name="connsiteY2" fmla="*/ 1043 h 372518"/>
              <a:gd name="connsiteX0" fmla="*/ 834390 w 834390"/>
              <a:gd name="connsiteY0" fmla="*/ 372518 h 372518"/>
              <a:gd name="connsiteX1" fmla="*/ 438150 w 834390"/>
              <a:gd name="connsiteY1" fmla="*/ 1043 h 372518"/>
              <a:gd name="connsiteX2" fmla="*/ 0 w 834390"/>
              <a:gd name="connsiteY2" fmla="*/ 1043 h 372518"/>
              <a:gd name="connsiteX0" fmla="*/ 834390 w 834390"/>
              <a:gd name="connsiteY0" fmla="*/ 372518 h 372518"/>
              <a:gd name="connsiteX1" fmla="*/ 438150 w 834390"/>
              <a:gd name="connsiteY1" fmla="*/ 1043 h 372518"/>
              <a:gd name="connsiteX2" fmla="*/ 0 w 834390"/>
              <a:gd name="connsiteY2" fmla="*/ 1043 h 372518"/>
              <a:gd name="connsiteX0" fmla="*/ 912495 w 912495"/>
              <a:gd name="connsiteY0" fmla="*/ 379649 h 379649"/>
              <a:gd name="connsiteX1" fmla="*/ 516255 w 912495"/>
              <a:gd name="connsiteY1" fmla="*/ 8174 h 379649"/>
              <a:gd name="connsiteX2" fmla="*/ 0 w 912495"/>
              <a:gd name="connsiteY2" fmla="*/ 554 h 379649"/>
              <a:gd name="connsiteX0" fmla="*/ 925830 w 925830"/>
              <a:gd name="connsiteY0" fmla="*/ 371475 h 371475"/>
              <a:gd name="connsiteX1" fmla="*/ 529590 w 925830"/>
              <a:gd name="connsiteY1" fmla="*/ 0 h 371475"/>
              <a:gd name="connsiteX2" fmla="*/ 0 w 925830"/>
              <a:gd name="connsiteY2" fmla="*/ 3810 h 371475"/>
              <a:gd name="connsiteX0" fmla="*/ 914400 w 914400"/>
              <a:gd name="connsiteY0" fmla="*/ 383354 h 383354"/>
              <a:gd name="connsiteX1" fmla="*/ 518160 w 914400"/>
              <a:gd name="connsiteY1" fmla="*/ 11879 h 383354"/>
              <a:gd name="connsiteX2" fmla="*/ 0 w 914400"/>
              <a:gd name="connsiteY2" fmla="*/ 449 h 383354"/>
              <a:gd name="connsiteX0" fmla="*/ 916305 w 916305"/>
              <a:gd name="connsiteY0" fmla="*/ 372519 h 372519"/>
              <a:gd name="connsiteX1" fmla="*/ 520065 w 916305"/>
              <a:gd name="connsiteY1" fmla="*/ 1044 h 372519"/>
              <a:gd name="connsiteX2" fmla="*/ 0 w 916305"/>
              <a:gd name="connsiteY2" fmla="*/ 1044 h 372519"/>
              <a:gd name="connsiteX0" fmla="*/ 918383 w 918383"/>
              <a:gd name="connsiteY0" fmla="*/ 396511 h 396511"/>
              <a:gd name="connsiteX1" fmla="*/ 522143 w 918383"/>
              <a:gd name="connsiteY1" fmla="*/ 25036 h 396511"/>
              <a:gd name="connsiteX2" fmla="*/ 0 w 918383"/>
              <a:gd name="connsiteY2" fmla="*/ 271 h 396511"/>
              <a:gd name="connsiteX0" fmla="*/ 918383 w 918383"/>
              <a:gd name="connsiteY0" fmla="*/ 387094 h 387094"/>
              <a:gd name="connsiteX1" fmla="*/ 522143 w 918383"/>
              <a:gd name="connsiteY1" fmla="*/ 15619 h 387094"/>
              <a:gd name="connsiteX2" fmla="*/ 0 w 918383"/>
              <a:gd name="connsiteY2" fmla="*/ 379 h 387094"/>
              <a:gd name="connsiteX0" fmla="*/ 396244 w 396244"/>
              <a:gd name="connsiteY0" fmla="*/ 574718 h 574718"/>
              <a:gd name="connsiteX1" fmla="*/ 4 w 396244"/>
              <a:gd name="connsiteY1" fmla="*/ 203243 h 574718"/>
              <a:gd name="connsiteX2" fmla="*/ 350434 w 396244"/>
              <a:gd name="connsiteY2" fmla="*/ 43 h 574718"/>
              <a:gd name="connsiteX0" fmla="*/ 64 w 860070"/>
              <a:gd name="connsiteY0" fmla="*/ 186098 h 215428"/>
              <a:gd name="connsiteX1" fmla="*/ 509639 w 860070"/>
              <a:gd name="connsiteY1" fmla="*/ 203243 h 215428"/>
              <a:gd name="connsiteX2" fmla="*/ 860069 w 860070"/>
              <a:gd name="connsiteY2" fmla="*/ 43 h 215428"/>
              <a:gd name="connsiteX0" fmla="*/ 64 w 918240"/>
              <a:gd name="connsiteY0" fmla="*/ 1263 h 386708"/>
              <a:gd name="connsiteX1" fmla="*/ 509639 w 918240"/>
              <a:gd name="connsiteY1" fmla="*/ 18408 h 386708"/>
              <a:gd name="connsiteX2" fmla="*/ 918240 w 918240"/>
              <a:gd name="connsiteY2" fmla="*/ 386708 h 386708"/>
              <a:gd name="connsiteX0" fmla="*/ 68 w 918245"/>
              <a:gd name="connsiteY0" fmla="*/ 1817 h 387262"/>
              <a:gd name="connsiteX1" fmla="*/ 509643 w 918245"/>
              <a:gd name="connsiteY1" fmla="*/ 18962 h 387262"/>
              <a:gd name="connsiteX2" fmla="*/ 918244 w 918245"/>
              <a:gd name="connsiteY2" fmla="*/ 387262 h 387262"/>
              <a:gd name="connsiteX0" fmla="*/ 69 w 918246"/>
              <a:gd name="connsiteY0" fmla="*/ 2143 h 387588"/>
              <a:gd name="connsiteX1" fmla="*/ 504104 w 918246"/>
              <a:gd name="connsiteY1" fmla="*/ 11668 h 387588"/>
              <a:gd name="connsiteX2" fmla="*/ 918245 w 918246"/>
              <a:gd name="connsiteY2" fmla="*/ 387588 h 387588"/>
              <a:gd name="connsiteX0" fmla="*/ 69 w 918246"/>
              <a:gd name="connsiteY0" fmla="*/ 2825 h 388270"/>
              <a:gd name="connsiteX1" fmla="*/ 501334 w 918246"/>
              <a:gd name="connsiteY1" fmla="*/ 2190 h 388270"/>
              <a:gd name="connsiteX2" fmla="*/ 918245 w 918246"/>
              <a:gd name="connsiteY2" fmla="*/ 388270 h 38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8246" h="388270">
                <a:moveTo>
                  <a:pt x="69" y="2825"/>
                </a:moveTo>
                <a:cubicBezTo>
                  <a:pt x="-6916" y="-8288"/>
                  <a:pt x="514218" y="18065"/>
                  <a:pt x="501334" y="2190"/>
                </a:cubicBezTo>
                <a:cubicBezTo>
                  <a:pt x="500064" y="5365"/>
                  <a:pt x="919197" y="384777"/>
                  <a:pt x="918245" y="38827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2AFD1585-FB24-08F5-5574-FEB9F8CF1FF4}"/>
              </a:ext>
            </a:extLst>
          </p:cNvPr>
          <p:cNvSpPr/>
          <p:nvPr/>
        </p:nvSpPr>
        <p:spPr>
          <a:xfrm>
            <a:off x="7714075" y="1854200"/>
            <a:ext cx="4097925" cy="1691640"/>
          </a:xfrm>
          <a:prstGeom prst="roundRect">
            <a:avLst>
              <a:gd name="adj" fmla="val 6681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327770E9-DB3E-A4D8-1503-E48D74030697}"/>
              </a:ext>
            </a:extLst>
          </p:cNvPr>
          <p:cNvSpPr/>
          <p:nvPr/>
        </p:nvSpPr>
        <p:spPr>
          <a:xfrm>
            <a:off x="4221478" y="4319851"/>
            <a:ext cx="870585" cy="349756"/>
          </a:xfrm>
          <a:custGeom>
            <a:avLst/>
            <a:gdLst>
              <a:gd name="connsiteX0" fmla="*/ 922020 w 922020"/>
              <a:gd name="connsiteY0" fmla="*/ 412961 h 412961"/>
              <a:gd name="connsiteX1" fmla="*/ 529590 w 922020"/>
              <a:gd name="connsiteY1" fmla="*/ 35771 h 412961"/>
              <a:gd name="connsiteX2" fmla="*/ 0 w 922020"/>
              <a:gd name="connsiteY2" fmla="*/ 20531 h 412961"/>
              <a:gd name="connsiteX0" fmla="*/ 922020 w 922020"/>
              <a:gd name="connsiteY0" fmla="*/ 412961 h 412961"/>
              <a:gd name="connsiteX1" fmla="*/ 529590 w 922020"/>
              <a:gd name="connsiteY1" fmla="*/ 35771 h 412961"/>
              <a:gd name="connsiteX2" fmla="*/ 0 w 922020"/>
              <a:gd name="connsiteY2" fmla="*/ 20531 h 412961"/>
              <a:gd name="connsiteX0" fmla="*/ 922020 w 922020"/>
              <a:gd name="connsiteY0" fmla="*/ 393742 h 393742"/>
              <a:gd name="connsiteX1" fmla="*/ 529590 w 922020"/>
              <a:gd name="connsiteY1" fmla="*/ 16552 h 393742"/>
              <a:gd name="connsiteX2" fmla="*/ 0 w 922020"/>
              <a:gd name="connsiteY2" fmla="*/ 1312 h 393742"/>
              <a:gd name="connsiteX0" fmla="*/ 832485 w 832485"/>
              <a:gd name="connsiteY0" fmla="*/ 379836 h 379836"/>
              <a:gd name="connsiteX1" fmla="*/ 440055 w 832485"/>
              <a:gd name="connsiteY1" fmla="*/ 2646 h 379836"/>
              <a:gd name="connsiteX2" fmla="*/ 0 w 832485"/>
              <a:gd name="connsiteY2" fmla="*/ 2646 h 379836"/>
              <a:gd name="connsiteX0" fmla="*/ 832485 w 832485"/>
              <a:gd name="connsiteY0" fmla="*/ 378234 h 378234"/>
              <a:gd name="connsiteX1" fmla="*/ 440055 w 832485"/>
              <a:gd name="connsiteY1" fmla="*/ 1044 h 378234"/>
              <a:gd name="connsiteX2" fmla="*/ 0 w 832485"/>
              <a:gd name="connsiteY2" fmla="*/ 1044 h 378234"/>
              <a:gd name="connsiteX0" fmla="*/ 832485 w 832485"/>
              <a:gd name="connsiteY0" fmla="*/ 378234 h 378234"/>
              <a:gd name="connsiteX1" fmla="*/ 440055 w 832485"/>
              <a:gd name="connsiteY1" fmla="*/ 1044 h 378234"/>
              <a:gd name="connsiteX2" fmla="*/ 0 w 832485"/>
              <a:gd name="connsiteY2" fmla="*/ 1044 h 378234"/>
              <a:gd name="connsiteX0" fmla="*/ 834390 w 834390"/>
              <a:gd name="connsiteY0" fmla="*/ 372519 h 372519"/>
              <a:gd name="connsiteX1" fmla="*/ 440055 w 834390"/>
              <a:gd name="connsiteY1" fmla="*/ 1044 h 372519"/>
              <a:gd name="connsiteX2" fmla="*/ 0 w 834390"/>
              <a:gd name="connsiteY2" fmla="*/ 1044 h 372519"/>
              <a:gd name="connsiteX0" fmla="*/ 834390 w 834390"/>
              <a:gd name="connsiteY0" fmla="*/ 371649 h 371649"/>
              <a:gd name="connsiteX1" fmla="*/ 421005 w 834390"/>
              <a:gd name="connsiteY1" fmla="*/ 43989 h 371649"/>
              <a:gd name="connsiteX2" fmla="*/ 0 w 834390"/>
              <a:gd name="connsiteY2" fmla="*/ 174 h 371649"/>
              <a:gd name="connsiteX0" fmla="*/ 834390 w 834390"/>
              <a:gd name="connsiteY0" fmla="*/ 372518 h 372518"/>
              <a:gd name="connsiteX1" fmla="*/ 438150 w 834390"/>
              <a:gd name="connsiteY1" fmla="*/ 1043 h 372518"/>
              <a:gd name="connsiteX2" fmla="*/ 0 w 834390"/>
              <a:gd name="connsiteY2" fmla="*/ 1043 h 372518"/>
              <a:gd name="connsiteX0" fmla="*/ 834390 w 834390"/>
              <a:gd name="connsiteY0" fmla="*/ 372518 h 372518"/>
              <a:gd name="connsiteX1" fmla="*/ 438150 w 834390"/>
              <a:gd name="connsiteY1" fmla="*/ 1043 h 372518"/>
              <a:gd name="connsiteX2" fmla="*/ 0 w 834390"/>
              <a:gd name="connsiteY2" fmla="*/ 1043 h 372518"/>
              <a:gd name="connsiteX0" fmla="*/ 834390 w 834390"/>
              <a:gd name="connsiteY0" fmla="*/ 372518 h 372518"/>
              <a:gd name="connsiteX1" fmla="*/ 438150 w 834390"/>
              <a:gd name="connsiteY1" fmla="*/ 1043 h 372518"/>
              <a:gd name="connsiteX2" fmla="*/ 0 w 834390"/>
              <a:gd name="connsiteY2" fmla="*/ 1043 h 372518"/>
              <a:gd name="connsiteX0" fmla="*/ 834390 w 834390"/>
              <a:gd name="connsiteY0" fmla="*/ 372518 h 372518"/>
              <a:gd name="connsiteX1" fmla="*/ 438150 w 834390"/>
              <a:gd name="connsiteY1" fmla="*/ 1043 h 372518"/>
              <a:gd name="connsiteX2" fmla="*/ 0 w 834390"/>
              <a:gd name="connsiteY2" fmla="*/ 1043 h 372518"/>
              <a:gd name="connsiteX0" fmla="*/ 834390 w 834390"/>
              <a:gd name="connsiteY0" fmla="*/ 372518 h 372518"/>
              <a:gd name="connsiteX1" fmla="*/ 438150 w 834390"/>
              <a:gd name="connsiteY1" fmla="*/ 1043 h 372518"/>
              <a:gd name="connsiteX2" fmla="*/ 0 w 834390"/>
              <a:gd name="connsiteY2" fmla="*/ 1043 h 372518"/>
              <a:gd name="connsiteX0" fmla="*/ 912495 w 912495"/>
              <a:gd name="connsiteY0" fmla="*/ 379649 h 379649"/>
              <a:gd name="connsiteX1" fmla="*/ 516255 w 912495"/>
              <a:gd name="connsiteY1" fmla="*/ 8174 h 379649"/>
              <a:gd name="connsiteX2" fmla="*/ 0 w 912495"/>
              <a:gd name="connsiteY2" fmla="*/ 554 h 379649"/>
              <a:gd name="connsiteX0" fmla="*/ 925830 w 925830"/>
              <a:gd name="connsiteY0" fmla="*/ 371475 h 371475"/>
              <a:gd name="connsiteX1" fmla="*/ 529590 w 925830"/>
              <a:gd name="connsiteY1" fmla="*/ 0 h 371475"/>
              <a:gd name="connsiteX2" fmla="*/ 0 w 925830"/>
              <a:gd name="connsiteY2" fmla="*/ 3810 h 371475"/>
              <a:gd name="connsiteX0" fmla="*/ 914400 w 914400"/>
              <a:gd name="connsiteY0" fmla="*/ 383354 h 383354"/>
              <a:gd name="connsiteX1" fmla="*/ 518160 w 914400"/>
              <a:gd name="connsiteY1" fmla="*/ 11879 h 383354"/>
              <a:gd name="connsiteX2" fmla="*/ 0 w 914400"/>
              <a:gd name="connsiteY2" fmla="*/ 449 h 383354"/>
              <a:gd name="connsiteX0" fmla="*/ 916305 w 916305"/>
              <a:gd name="connsiteY0" fmla="*/ 372519 h 372519"/>
              <a:gd name="connsiteX1" fmla="*/ 520065 w 916305"/>
              <a:gd name="connsiteY1" fmla="*/ 1044 h 372519"/>
              <a:gd name="connsiteX2" fmla="*/ 0 w 916305"/>
              <a:gd name="connsiteY2" fmla="*/ 1044 h 372519"/>
              <a:gd name="connsiteX0" fmla="*/ 870585 w 870585"/>
              <a:gd name="connsiteY0" fmla="*/ 228 h 351495"/>
              <a:gd name="connsiteX1" fmla="*/ 520065 w 870585"/>
              <a:gd name="connsiteY1" fmla="*/ 348843 h 351495"/>
              <a:gd name="connsiteX2" fmla="*/ 0 w 870585"/>
              <a:gd name="connsiteY2" fmla="*/ 348843 h 351495"/>
              <a:gd name="connsiteX0" fmla="*/ 870585 w 870585"/>
              <a:gd name="connsiteY0" fmla="*/ 257 h 349756"/>
              <a:gd name="connsiteX1" fmla="*/ 520065 w 870585"/>
              <a:gd name="connsiteY1" fmla="*/ 348872 h 349756"/>
              <a:gd name="connsiteX2" fmla="*/ 0 w 870585"/>
              <a:gd name="connsiteY2" fmla="*/ 348872 h 349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0585" h="349756">
                <a:moveTo>
                  <a:pt x="870585" y="257"/>
                </a:moveTo>
                <a:cubicBezTo>
                  <a:pt x="863600" y="-10856"/>
                  <a:pt x="558800" y="341887"/>
                  <a:pt x="520065" y="348872"/>
                </a:cubicBezTo>
                <a:cubicBezTo>
                  <a:pt x="518795" y="352047"/>
                  <a:pt x="952" y="345379"/>
                  <a:pt x="0" y="348872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7C02CB8F-D356-E525-3C88-2C6FBA21EF08}"/>
              </a:ext>
            </a:extLst>
          </p:cNvPr>
          <p:cNvSpPr/>
          <p:nvPr/>
        </p:nvSpPr>
        <p:spPr>
          <a:xfrm>
            <a:off x="380001" y="3754120"/>
            <a:ext cx="3841477" cy="1884680"/>
          </a:xfrm>
          <a:prstGeom prst="roundRect">
            <a:avLst>
              <a:gd name="adj" fmla="val 7759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D58B5884-C911-4400-D61B-E1040FC8EB2E}"/>
              </a:ext>
            </a:extLst>
          </p:cNvPr>
          <p:cNvSpPr/>
          <p:nvPr/>
        </p:nvSpPr>
        <p:spPr>
          <a:xfrm flipH="1">
            <a:off x="6923498" y="4333671"/>
            <a:ext cx="784833" cy="346756"/>
          </a:xfrm>
          <a:custGeom>
            <a:avLst/>
            <a:gdLst>
              <a:gd name="connsiteX0" fmla="*/ 922020 w 922020"/>
              <a:gd name="connsiteY0" fmla="*/ 412961 h 412961"/>
              <a:gd name="connsiteX1" fmla="*/ 529590 w 922020"/>
              <a:gd name="connsiteY1" fmla="*/ 35771 h 412961"/>
              <a:gd name="connsiteX2" fmla="*/ 0 w 922020"/>
              <a:gd name="connsiteY2" fmla="*/ 20531 h 412961"/>
              <a:gd name="connsiteX0" fmla="*/ 922020 w 922020"/>
              <a:gd name="connsiteY0" fmla="*/ 412961 h 412961"/>
              <a:gd name="connsiteX1" fmla="*/ 529590 w 922020"/>
              <a:gd name="connsiteY1" fmla="*/ 35771 h 412961"/>
              <a:gd name="connsiteX2" fmla="*/ 0 w 922020"/>
              <a:gd name="connsiteY2" fmla="*/ 20531 h 412961"/>
              <a:gd name="connsiteX0" fmla="*/ 922020 w 922020"/>
              <a:gd name="connsiteY0" fmla="*/ 393742 h 393742"/>
              <a:gd name="connsiteX1" fmla="*/ 529590 w 922020"/>
              <a:gd name="connsiteY1" fmla="*/ 16552 h 393742"/>
              <a:gd name="connsiteX2" fmla="*/ 0 w 922020"/>
              <a:gd name="connsiteY2" fmla="*/ 1312 h 393742"/>
              <a:gd name="connsiteX0" fmla="*/ 832485 w 832485"/>
              <a:gd name="connsiteY0" fmla="*/ 379836 h 379836"/>
              <a:gd name="connsiteX1" fmla="*/ 440055 w 832485"/>
              <a:gd name="connsiteY1" fmla="*/ 2646 h 379836"/>
              <a:gd name="connsiteX2" fmla="*/ 0 w 832485"/>
              <a:gd name="connsiteY2" fmla="*/ 2646 h 379836"/>
              <a:gd name="connsiteX0" fmla="*/ 832485 w 832485"/>
              <a:gd name="connsiteY0" fmla="*/ 378234 h 378234"/>
              <a:gd name="connsiteX1" fmla="*/ 440055 w 832485"/>
              <a:gd name="connsiteY1" fmla="*/ 1044 h 378234"/>
              <a:gd name="connsiteX2" fmla="*/ 0 w 832485"/>
              <a:gd name="connsiteY2" fmla="*/ 1044 h 378234"/>
              <a:gd name="connsiteX0" fmla="*/ 832485 w 832485"/>
              <a:gd name="connsiteY0" fmla="*/ 378234 h 378234"/>
              <a:gd name="connsiteX1" fmla="*/ 440055 w 832485"/>
              <a:gd name="connsiteY1" fmla="*/ 1044 h 378234"/>
              <a:gd name="connsiteX2" fmla="*/ 0 w 832485"/>
              <a:gd name="connsiteY2" fmla="*/ 1044 h 378234"/>
              <a:gd name="connsiteX0" fmla="*/ 834390 w 834390"/>
              <a:gd name="connsiteY0" fmla="*/ 372519 h 372519"/>
              <a:gd name="connsiteX1" fmla="*/ 440055 w 834390"/>
              <a:gd name="connsiteY1" fmla="*/ 1044 h 372519"/>
              <a:gd name="connsiteX2" fmla="*/ 0 w 834390"/>
              <a:gd name="connsiteY2" fmla="*/ 1044 h 372519"/>
              <a:gd name="connsiteX0" fmla="*/ 834390 w 834390"/>
              <a:gd name="connsiteY0" fmla="*/ 371649 h 371649"/>
              <a:gd name="connsiteX1" fmla="*/ 421005 w 834390"/>
              <a:gd name="connsiteY1" fmla="*/ 43989 h 371649"/>
              <a:gd name="connsiteX2" fmla="*/ 0 w 834390"/>
              <a:gd name="connsiteY2" fmla="*/ 174 h 371649"/>
              <a:gd name="connsiteX0" fmla="*/ 834390 w 834390"/>
              <a:gd name="connsiteY0" fmla="*/ 372518 h 372518"/>
              <a:gd name="connsiteX1" fmla="*/ 438150 w 834390"/>
              <a:gd name="connsiteY1" fmla="*/ 1043 h 372518"/>
              <a:gd name="connsiteX2" fmla="*/ 0 w 834390"/>
              <a:gd name="connsiteY2" fmla="*/ 1043 h 372518"/>
              <a:gd name="connsiteX0" fmla="*/ 834390 w 834390"/>
              <a:gd name="connsiteY0" fmla="*/ 372518 h 372518"/>
              <a:gd name="connsiteX1" fmla="*/ 438150 w 834390"/>
              <a:gd name="connsiteY1" fmla="*/ 1043 h 372518"/>
              <a:gd name="connsiteX2" fmla="*/ 0 w 834390"/>
              <a:gd name="connsiteY2" fmla="*/ 1043 h 372518"/>
              <a:gd name="connsiteX0" fmla="*/ 834390 w 834390"/>
              <a:gd name="connsiteY0" fmla="*/ 372518 h 372518"/>
              <a:gd name="connsiteX1" fmla="*/ 438150 w 834390"/>
              <a:gd name="connsiteY1" fmla="*/ 1043 h 372518"/>
              <a:gd name="connsiteX2" fmla="*/ 0 w 834390"/>
              <a:gd name="connsiteY2" fmla="*/ 1043 h 372518"/>
              <a:gd name="connsiteX0" fmla="*/ 834390 w 834390"/>
              <a:gd name="connsiteY0" fmla="*/ 372518 h 372518"/>
              <a:gd name="connsiteX1" fmla="*/ 438150 w 834390"/>
              <a:gd name="connsiteY1" fmla="*/ 1043 h 372518"/>
              <a:gd name="connsiteX2" fmla="*/ 0 w 834390"/>
              <a:gd name="connsiteY2" fmla="*/ 1043 h 372518"/>
              <a:gd name="connsiteX0" fmla="*/ 834390 w 834390"/>
              <a:gd name="connsiteY0" fmla="*/ 372518 h 372518"/>
              <a:gd name="connsiteX1" fmla="*/ 438150 w 834390"/>
              <a:gd name="connsiteY1" fmla="*/ 1043 h 372518"/>
              <a:gd name="connsiteX2" fmla="*/ 0 w 834390"/>
              <a:gd name="connsiteY2" fmla="*/ 1043 h 372518"/>
              <a:gd name="connsiteX0" fmla="*/ 912495 w 912495"/>
              <a:gd name="connsiteY0" fmla="*/ 379649 h 379649"/>
              <a:gd name="connsiteX1" fmla="*/ 516255 w 912495"/>
              <a:gd name="connsiteY1" fmla="*/ 8174 h 379649"/>
              <a:gd name="connsiteX2" fmla="*/ 0 w 912495"/>
              <a:gd name="connsiteY2" fmla="*/ 554 h 379649"/>
              <a:gd name="connsiteX0" fmla="*/ 925830 w 925830"/>
              <a:gd name="connsiteY0" fmla="*/ 371475 h 371475"/>
              <a:gd name="connsiteX1" fmla="*/ 529590 w 925830"/>
              <a:gd name="connsiteY1" fmla="*/ 0 h 371475"/>
              <a:gd name="connsiteX2" fmla="*/ 0 w 925830"/>
              <a:gd name="connsiteY2" fmla="*/ 3810 h 371475"/>
              <a:gd name="connsiteX0" fmla="*/ 914400 w 914400"/>
              <a:gd name="connsiteY0" fmla="*/ 383354 h 383354"/>
              <a:gd name="connsiteX1" fmla="*/ 518160 w 914400"/>
              <a:gd name="connsiteY1" fmla="*/ 11879 h 383354"/>
              <a:gd name="connsiteX2" fmla="*/ 0 w 914400"/>
              <a:gd name="connsiteY2" fmla="*/ 449 h 383354"/>
              <a:gd name="connsiteX0" fmla="*/ 916305 w 916305"/>
              <a:gd name="connsiteY0" fmla="*/ 372519 h 372519"/>
              <a:gd name="connsiteX1" fmla="*/ 520065 w 916305"/>
              <a:gd name="connsiteY1" fmla="*/ 1044 h 372519"/>
              <a:gd name="connsiteX2" fmla="*/ 0 w 916305"/>
              <a:gd name="connsiteY2" fmla="*/ 1044 h 372519"/>
              <a:gd name="connsiteX0" fmla="*/ 918383 w 918383"/>
              <a:gd name="connsiteY0" fmla="*/ 396511 h 396511"/>
              <a:gd name="connsiteX1" fmla="*/ 522143 w 918383"/>
              <a:gd name="connsiteY1" fmla="*/ 25036 h 396511"/>
              <a:gd name="connsiteX2" fmla="*/ 0 w 918383"/>
              <a:gd name="connsiteY2" fmla="*/ 271 h 396511"/>
              <a:gd name="connsiteX0" fmla="*/ 918383 w 918383"/>
              <a:gd name="connsiteY0" fmla="*/ 387094 h 387094"/>
              <a:gd name="connsiteX1" fmla="*/ 522143 w 918383"/>
              <a:gd name="connsiteY1" fmla="*/ 15619 h 387094"/>
              <a:gd name="connsiteX2" fmla="*/ 0 w 918383"/>
              <a:gd name="connsiteY2" fmla="*/ 379 h 387094"/>
              <a:gd name="connsiteX0" fmla="*/ 856056 w 856056"/>
              <a:gd name="connsiteY0" fmla="*/ 218 h 370421"/>
              <a:gd name="connsiteX1" fmla="*/ 522143 w 856056"/>
              <a:gd name="connsiteY1" fmla="*/ 367883 h 370421"/>
              <a:gd name="connsiteX2" fmla="*/ 0 w 856056"/>
              <a:gd name="connsiteY2" fmla="*/ 352643 h 370421"/>
              <a:gd name="connsiteX0" fmla="*/ 856056 w 856056"/>
              <a:gd name="connsiteY0" fmla="*/ 220 h 366635"/>
              <a:gd name="connsiteX1" fmla="*/ 505523 w 856056"/>
              <a:gd name="connsiteY1" fmla="*/ 364075 h 366635"/>
              <a:gd name="connsiteX2" fmla="*/ 0 w 856056"/>
              <a:gd name="connsiteY2" fmla="*/ 352645 h 366635"/>
              <a:gd name="connsiteX0" fmla="*/ 856056 w 856056"/>
              <a:gd name="connsiteY0" fmla="*/ 230 h 364797"/>
              <a:gd name="connsiteX1" fmla="*/ 505523 w 856056"/>
              <a:gd name="connsiteY1" fmla="*/ 364085 h 364797"/>
              <a:gd name="connsiteX2" fmla="*/ 0 w 856056"/>
              <a:gd name="connsiteY2" fmla="*/ 352655 h 364797"/>
              <a:gd name="connsiteX0" fmla="*/ 350536 w 439076"/>
              <a:gd name="connsiteY0" fmla="*/ 230 h 416155"/>
              <a:gd name="connsiteX1" fmla="*/ 3 w 439076"/>
              <a:gd name="connsiteY1" fmla="*/ 364085 h 416155"/>
              <a:gd name="connsiteX2" fmla="*/ 439075 w 439076"/>
              <a:gd name="connsiteY2" fmla="*/ 416155 h 416155"/>
              <a:gd name="connsiteX0" fmla="*/ 71 w 933483"/>
              <a:gd name="connsiteY0" fmla="*/ 2635 h 52800"/>
              <a:gd name="connsiteX1" fmla="*/ 494410 w 933483"/>
              <a:gd name="connsiteY1" fmla="*/ 730 h 52800"/>
              <a:gd name="connsiteX2" fmla="*/ 933482 w 933483"/>
              <a:gd name="connsiteY2" fmla="*/ 52800 h 52800"/>
              <a:gd name="connsiteX0" fmla="*/ 73 w 927945"/>
              <a:gd name="connsiteY0" fmla="*/ 9525 h 52070"/>
              <a:gd name="connsiteX1" fmla="*/ 488872 w 927945"/>
              <a:gd name="connsiteY1" fmla="*/ 0 h 52070"/>
              <a:gd name="connsiteX2" fmla="*/ 927944 w 927945"/>
              <a:gd name="connsiteY2" fmla="*/ 52070 h 52070"/>
              <a:gd name="connsiteX0" fmla="*/ 71 w 936253"/>
              <a:gd name="connsiteY0" fmla="*/ 1655 h 72140"/>
              <a:gd name="connsiteX1" fmla="*/ 497180 w 936253"/>
              <a:gd name="connsiteY1" fmla="*/ 20070 h 72140"/>
              <a:gd name="connsiteX2" fmla="*/ 936252 w 936253"/>
              <a:gd name="connsiteY2" fmla="*/ 72140 h 72140"/>
              <a:gd name="connsiteX0" fmla="*/ 71 w 855921"/>
              <a:gd name="connsiteY0" fmla="*/ 328320 h 351435"/>
              <a:gd name="connsiteX1" fmla="*/ 497180 w 855921"/>
              <a:gd name="connsiteY1" fmla="*/ 346735 h 351435"/>
              <a:gd name="connsiteX2" fmla="*/ 855920 w 855921"/>
              <a:gd name="connsiteY2" fmla="*/ 25 h 351435"/>
              <a:gd name="connsiteX0" fmla="*/ 73 w 855923"/>
              <a:gd name="connsiteY0" fmla="*/ 328320 h 346756"/>
              <a:gd name="connsiteX1" fmla="*/ 497182 w 855923"/>
              <a:gd name="connsiteY1" fmla="*/ 346735 h 346756"/>
              <a:gd name="connsiteX2" fmla="*/ 855922 w 855923"/>
              <a:gd name="connsiteY2" fmla="*/ 25 h 346756"/>
              <a:gd name="connsiteX0" fmla="*/ 73 w 855923"/>
              <a:gd name="connsiteY0" fmla="*/ 335940 h 346756"/>
              <a:gd name="connsiteX1" fmla="*/ 497182 w 855923"/>
              <a:gd name="connsiteY1" fmla="*/ 346735 h 346756"/>
              <a:gd name="connsiteX2" fmla="*/ 855922 w 855923"/>
              <a:gd name="connsiteY2" fmla="*/ 25 h 346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5923" h="346756">
                <a:moveTo>
                  <a:pt x="73" y="335940"/>
                </a:moveTo>
                <a:cubicBezTo>
                  <a:pt x="-6912" y="324827"/>
                  <a:pt x="489291" y="346100"/>
                  <a:pt x="497182" y="346735"/>
                </a:cubicBezTo>
                <a:cubicBezTo>
                  <a:pt x="495912" y="349910"/>
                  <a:pt x="856874" y="-3468"/>
                  <a:pt x="855922" y="25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55BB935D-A985-CA4D-35F9-1DE96936F4D2}"/>
              </a:ext>
            </a:extLst>
          </p:cNvPr>
          <p:cNvSpPr/>
          <p:nvPr/>
        </p:nvSpPr>
        <p:spPr>
          <a:xfrm>
            <a:off x="7714076" y="3742788"/>
            <a:ext cx="4097924" cy="1896011"/>
          </a:xfrm>
          <a:prstGeom prst="roundRect">
            <a:avLst>
              <a:gd name="adj" fmla="val 6681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DB3D369-26AF-6D07-5188-0014B6308950}"/>
              </a:ext>
            </a:extLst>
          </p:cNvPr>
          <p:cNvSpPr txBox="1"/>
          <p:nvPr/>
        </p:nvSpPr>
        <p:spPr>
          <a:xfrm>
            <a:off x="11608668" y="762995"/>
            <a:ext cx="5797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5</a:t>
            </a:r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r>
              <a:rPr lang="en-US" sz="800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of</a:t>
            </a:r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15</a:t>
            </a:r>
            <a:endParaRPr lang="en-ID" sz="800" b="1" i="1" dirty="0">
              <a:solidFill>
                <a:schemeClr val="bg1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438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4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1" presetClass="emph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mph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0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1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1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1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1" presetClass="emph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7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50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1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1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1" presetClass="emph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6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7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6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1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7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1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1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1" presetClass="emph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3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4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5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86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59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69" grpId="0" animBg="1"/>
      <p:bldP spid="69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B67BA3-7D7F-A232-A044-AB6456682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Google Shape;477;p1">
            <a:extLst>
              <a:ext uri="{FF2B5EF4-FFF2-40B4-BE49-F238E27FC236}">
                <a16:creationId xmlns:a16="http://schemas.microsoft.com/office/drawing/2014/main" id="{8073626A-8C2D-76AA-AC54-66A7BB2A2D63}"/>
              </a:ext>
            </a:extLst>
          </p:cNvPr>
          <p:cNvSpPr/>
          <p:nvPr/>
        </p:nvSpPr>
        <p:spPr>
          <a:xfrm flipH="1">
            <a:off x="5458046" y="57357"/>
            <a:ext cx="386494" cy="491283"/>
          </a:xfrm>
          <a:custGeom>
            <a:avLst/>
            <a:gdLst/>
            <a:ahLst/>
            <a:cxnLst/>
            <a:rect l="l" t="t" r="r" b="b"/>
            <a:pathLst>
              <a:path w="2221473" h="2823776" extrusionOk="0">
                <a:moveTo>
                  <a:pt x="361496" y="1070087"/>
                </a:moveTo>
                <a:lnTo>
                  <a:pt x="676002" y="1396296"/>
                </a:lnTo>
                <a:lnTo>
                  <a:pt x="821417" y="1221127"/>
                </a:lnTo>
                <a:lnTo>
                  <a:pt x="621149" y="1026182"/>
                </a:lnTo>
                <a:lnTo>
                  <a:pt x="778629" y="909320"/>
                </a:lnTo>
                <a:lnTo>
                  <a:pt x="1158331" y="1270000"/>
                </a:lnTo>
                <a:lnTo>
                  <a:pt x="686526" y="1724318"/>
                </a:lnTo>
                <a:lnTo>
                  <a:pt x="0" y="1075348"/>
                </a:lnTo>
                <a:lnTo>
                  <a:pt x="768531" y="280147"/>
                </a:lnTo>
                <a:lnTo>
                  <a:pt x="1860277" y="1378243"/>
                </a:lnTo>
                <a:cubicBezTo>
                  <a:pt x="1858977" y="1285321"/>
                  <a:pt x="1857676" y="1192400"/>
                  <a:pt x="1856376" y="1099478"/>
                </a:cubicBezTo>
                <a:lnTo>
                  <a:pt x="1284241" y="554355"/>
                </a:lnTo>
                <a:lnTo>
                  <a:pt x="1825233" y="0"/>
                </a:lnTo>
                <a:lnTo>
                  <a:pt x="2221473" y="320062"/>
                </a:lnTo>
                <a:lnTo>
                  <a:pt x="2217420" y="650262"/>
                </a:lnTo>
                <a:lnTo>
                  <a:pt x="2026920" y="820351"/>
                </a:lnTo>
                <a:lnTo>
                  <a:pt x="1751511" y="570342"/>
                </a:lnTo>
                <a:lnTo>
                  <a:pt x="1858827" y="440802"/>
                </a:lnTo>
                <a:lnTo>
                  <a:pt x="2025197" y="597012"/>
                </a:lnTo>
                <a:lnTo>
                  <a:pt x="2132512" y="503667"/>
                </a:lnTo>
                <a:lnTo>
                  <a:pt x="1837872" y="249667"/>
                </a:lnTo>
                <a:lnTo>
                  <a:pt x="1552122" y="569707"/>
                </a:lnTo>
                <a:lnTo>
                  <a:pt x="2071552" y="1052307"/>
                </a:lnTo>
                <a:cubicBezTo>
                  <a:pt x="2069859" y="1235187"/>
                  <a:pt x="2068165" y="1418067"/>
                  <a:pt x="2066472" y="1600947"/>
                </a:cubicBezTo>
                <a:lnTo>
                  <a:pt x="2213792" y="1738107"/>
                </a:lnTo>
                <a:cubicBezTo>
                  <a:pt x="2216060" y="1922106"/>
                  <a:pt x="2218327" y="2106104"/>
                  <a:pt x="2220595" y="2290103"/>
                </a:cubicBezTo>
                <a:lnTo>
                  <a:pt x="1877060" y="2292552"/>
                </a:lnTo>
                <a:lnTo>
                  <a:pt x="1347078" y="1760422"/>
                </a:lnTo>
                <a:lnTo>
                  <a:pt x="924168" y="2170654"/>
                </a:lnTo>
                <a:lnTo>
                  <a:pt x="1270906" y="2520539"/>
                </a:lnTo>
                <a:lnTo>
                  <a:pt x="1375681" y="2366576"/>
                </a:lnTo>
                <a:lnTo>
                  <a:pt x="1199877" y="2216716"/>
                </a:lnTo>
                <a:lnTo>
                  <a:pt x="1355271" y="2047987"/>
                </a:lnTo>
                <a:lnTo>
                  <a:pt x="1712595" y="2369116"/>
                </a:lnTo>
                <a:lnTo>
                  <a:pt x="1291046" y="2823776"/>
                </a:lnTo>
                <a:lnTo>
                  <a:pt x="579846" y="2140174"/>
                </a:lnTo>
                <a:lnTo>
                  <a:pt x="1327269" y="1428974"/>
                </a:lnTo>
                <a:lnTo>
                  <a:pt x="1952109" y="2058872"/>
                </a:lnTo>
                <a:lnTo>
                  <a:pt x="2200002" y="2063952"/>
                </a:lnTo>
                <a:lnTo>
                  <a:pt x="813162" y="647358"/>
                </a:lnTo>
                <a:lnTo>
                  <a:pt x="361496" y="1070087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646727-8EBE-3AF9-6EAD-A76D697E5D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7036" y="5955904"/>
            <a:ext cx="396129" cy="38994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0AFF657-A000-6892-9E7B-D35616ECC0DA}"/>
              </a:ext>
            </a:extLst>
          </p:cNvPr>
          <p:cNvGrpSpPr/>
          <p:nvPr/>
        </p:nvGrpSpPr>
        <p:grpSpPr>
          <a:xfrm>
            <a:off x="11550975" y="859536"/>
            <a:ext cx="628832" cy="633984"/>
            <a:chOff x="2154470" y="585173"/>
            <a:chExt cx="5641271" cy="5641271"/>
          </a:xfrm>
          <a:solidFill>
            <a:schemeClr val="bg1">
              <a:lumMod val="75000"/>
              <a:alpha val="60000"/>
            </a:schemeClr>
          </a:solidFill>
          <a:effectLst/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CCF40F1-B481-8F2B-73F5-06B64B00D27E}"/>
                </a:ext>
              </a:extLst>
            </p:cNvPr>
            <p:cNvGrpSpPr/>
            <p:nvPr/>
          </p:nvGrpSpPr>
          <p:grpSpPr>
            <a:xfrm>
              <a:off x="2154470" y="585173"/>
              <a:ext cx="5641271" cy="5641271"/>
              <a:chOff x="3267320" y="598425"/>
              <a:chExt cx="5641271" cy="5641271"/>
            </a:xfrm>
            <a:grpFill/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94A0D139-AF0E-1139-0322-7BB3D7451E71}"/>
                  </a:ext>
                </a:extLst>
              </p:cNvPr>
              <p:cNvGrpSpPr/>
              <p:nvPr/>
            </p:nvGrpSpPr>
            <p:grpSpPr>
              <a:xfrm>
                <a:off x="3267320" y="598425"/>
                <a:ext cx="5641271" cy="5641271"/>
                <a:chOff x="1224922" y="598425"/>
                <a:chExt cx="5641271" cy="5641271"/>
              </a:xfrm>
              <a:grpFill/>
            </p:grpSpPr>
            <p:sp>
              <p:nvSpPr>
                <p:cNvPr id="35" name="Rectangle 80">
                  <a:extLst>
                    <a:ext uri="{FF2B5EF4-FFF2-40B4-BE49-F238E27FC236}">
                      <a16:creationId xmlns:a16="http://schemas.microsoft.com/office/drawing/2014/main" id="{7B76F890-21C1-0FCD-4B65-AD7281845434}"/>
                    </a:ext>
                  </a:extLst>
                </p:cNvPr>
                <p:cNvSpPr/>
                <p:nvPr/>
              </p:nvSpPr>
              <p:spPr>
                <a:xfrm rot="2700000">
                  <a:off x="3958590" y="59842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6" name="Rectangle 81">
                  <a:extLst>
                    <a:ext uri="{FF2B5EF4-FFF2-40B4-BE49-F238E27FC236}">
                      <a16:creationId xmlns:a16="http://schemas.microsoft.com/office/drawing/2014/main" id="{D0B35C4E-DA56-7452-92E2-12726BE99447}"/>
                    </a:ext>
                  </a:extLst>
                </p:cNvPr>
                <p:cNvSpPr/>
                <p:nvPr/>
              </p:nvSpPr>
              <p:spPr>
                <a:xfrm rot="2700000">
                  <a:off x="3958590" y="606576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7" name="Rectangle 82">
                  <a:extLst>
                    <a:ext uri="{FF2B5EF4-FFF2-40B4-BE49-F238E27FC236}">
                      <a16:creationId xmlns:a16="http://schemas.microsoft.com/office/drawing/2014/main" id="{BC2BBC69-C965-4280-F809-2BD09F97ED81}"/>
                    </a:ext>
                  </a:extLst>
                </p:cNvPr>
                <p:cNvSpPr/>
                <p:nvPr/>
              </p:nvSpPr>
              <p:spPr>
                <a:xfrm rot="3600000">
                  <a:off x="4666115" y="69157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8" name="Rectangle 83">
                  <a:extLst>
                    <a:ext uri="{FF2B5EF4-FFF2-40B4-BE49-F238E27FC236}">
                      <a16:creationId xmlns:a16="http://schemas.microsoft.com/office/drawing/2014/main" id="{84516CA0-D732-7430-3439-4D85BA428EBB}"/>
                    </a:ext>
                  </a:extLst>
                </p:cNvPr>
                <p:cNvSpPr/>
                <p:nvPr/>
              </p:nvSpPr>
              <p:spPr>
                <a:xfrm rot="3600000">
                  <a:off x="3251065" y="597261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9" name="Rectangle 84">
                  <a:extLst>
                    <a:ext uri="{FF2B5EF4-FFF2-40B4-BE49-F238E27FC236}">
                      <a16:creationId xmlns:a16="http://schemas.microsoft.com/office/drawing/2014/main" id="{AA1CAEAC-A247-C4C8-7E59-90E229906D7B}"/>
                    </a:ext>
                  </a:extLst>
                </p:cNvPr>
                <p:cNvSpPr/>
                <p:nvPr/>
              </p:nvSpPr>
              <p:spPr>
                <a:xfrm rot="4500000">
                  <a:off x="5325424" y="964667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0" name="Rectangle 85">
                  <a:extLst>
                    <a:ext uri="{FF2B5EF4-FFF2-40B4-BE49-F238E27FC236}">
                      <a16:creationId xmlns:a16="http://schemas.microsoft.com/office/drawing/2014/main" id="{59C24384-987E-E3E8-27A6-A8E650925321}"/>
                    </a:ext>
                  </a:extLst>
                </p:cNvPr>
                <p:cNvSpPr/>
                <p:nvPr/>
              </p:nvSpPr>
              <p:spPr>
                <a:xfrm rot="4500000">
                  <a:off x="2591756" y="5699520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1" name="Rectangle 86">
                  <a:extLst>
                    <a:ext uri="{FF2B5EF4-FFF2-40B4-BE49-F238E27FC236}">
                      <a16:creationId xmlns:a16="http://schemas.microsoft.com/office/drawing/2014/main" id="{3B33DA80-3E57-3A3D-A93E-C061AEAD1730}"/>
                    </a:ext>
                  </a:extLst>
                </p:cNvPr>
                <p:cNvSpPr/>
                <p:nvPr/>
              </p:nvSpPr>
              <p:spPr>
                <a:xfrm rot="5400000">
                  <a:off x="5891586" y="139909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2" name="Rectangle 87">
                  <a:extLst>
                    <a:ext uri="{FF2B5EF4-FFF2-40B4-BE49-F238E27FC236}">
                      <a16:creationId xmlns:a16="http://schemas.microsoft.com/office/drawing/2014/main" id="{D0CDE97A-B3FC-102A-6A16-0F8F31261E5B}"/>
                    </a:ext>
                  </a:extLst>
                </p:cNvPr>
                <p:cNvSpPr/>
                <p:nvPr/>
              </p:nvSpPr>
              <p:spPr>
                <a:xfrm rot="5400000">
                  <a:off x="2025594" y="526508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3" name="Rectangle 88">
                  <a:extLst>
                    <a:ext uri="{FF2B5EF4-FFF2-40B4-BE49-F238E27FC236}">
                      <a16:creationId xmlns:a16="http://schemas.microsoft.com/office/drawing/2014/main" id="{45011DA8-2FE6-9DE0-8E63-A2C7792192C4}"/>
                    </a:ext>
                  </a:extLst>
                </p:cNvPr>
                <p:cNvSpPr/>
                <p:nvPr/>
              </p:nvSpPr>
              <p:spPr>
                <a:xfrm rot="6300000">
                  <a:off x="6326016" y="196525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4" name="Rectangle 89">
                  <a:extLst>
                    <a:ext uri="{FF2B5EF4-FFF2-40B4-BE49-F238E27FC236}">
                      <a16:creationId xmlns:a16="http://schemas.microsoft.com/office/drawing/2014/main" id="{2BE6E542-C909-FDA4-FBE3-5AE52109CF70}"/>
                    </a:ext>
                  </a:extLst>
                </p:cNvPr>
                <p:cNvSpPr/>
                <p:nvPr/>
              </p:nvSpPr>
              <p:spPr>
                <a:xfrm rot="6300000">
                  <a:off x="1591164" y="469892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5" name="Rectangle 90">
                  <a:extLst>
                    <a:ext uri="{FF2B5EF4-FFF2-40B4-BE49-F238E27FC236}">
                      <a16:creationId xmlns:a16="http://schemas.microsoft.com/office/drawing/2014/main" id="{B037D493-6196-E6FB-F5C5-D36FF8164E6D}"/>
                    </a:ext>
                  </a:extLst>
                </p:cNvPr>
                <p:cNvSpPr/>
                <p:nvPr/>
              </p:nvSpPr>
              <p:spPr>
                <a:xfrm rot="7200000">
                  <a:off x="6599111" y="262456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6" name="Rectangle 91">
                  <a:extLst>
                    <a:ext uri="{FF2B5EF4-FFF2-40B4-BE49-F238E27FC236}">
                      <a16:creationId xmlns:a16="http://schemas.microsoft.com/office/drawing/2014/main" id="{A8FD92D4-F09A-6AAB-B2E2-703CB6F9AD58}"/>
                    </a:ext>
                  </a:extLst>
                </p:cNvPr>
                <p:cNvSpPr/>
                <p:nvPr/>
              </p:nvSpPr>
              <p:spPr>
                <a:xfrm rot="7200000">
                  <a:off x="1318069" y="403961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7" name="Rectangle 92">
                  <a:extLst>
                    <a:ext uri="{FF2B5EF4-FFF2-40B4-BE49-F238E27FC236}">
                      <a16:creationId xmlns:a16="http://schemas.microsoft.com/office/drawing/2014/main" id="{744037B9-1817-EC2C-A79D-D39AFC93EB35}"/>
                    </a:ext>
                  </a:extLst>
                </p:cNvPr>
                <p:cNvSpPr/>
                <p:nvPr/>
              </p:nvSpPr>
              <p:spPr>
                <a:xfrm rot="8100000">
                  <a:off x="6692259" y="3332094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8" name="Rectangle 93">
                  <a:extLst>
                    <a:ext uri="{FF2B5EF4-FFF2-40B4-BE49-F238E27FC236}">
                      <a16:creationId xmlns:a16="http://schemas.microsoft.com/office/drawing/2014/main" id="{AB9E03D9-97D4-A6AA-193F-9137D8C62A48}"/>
                    </a:ext>
                  </a:extLst>
                </p:cNvPr>
                <p:cNvSpPr/>
                <p:nvPr/>
              </p:nvSpPr>
              <p:spPr>
                <a:xfrm rot="8100000">
                  <a:off x="1224922" y="3332094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9" name="Rectangle 94">
                  <a:extLst>
                    <a:ext uri="{FF2B5EF4-FFF2-40B4-BE49-F238E27FC236}">
                      <a16:creationId xmlns:a16="http://schemas.microsoft.com/office/drawing/2014/main" id="{424F3562-9FAE-70D3-605A-CD29F44DB689}"/>
                    </a:ext>
                  </a:extLst>
                </p:cNvPr>
                <p:cNvSpPr/>
                <p:nvPr/>
              </p:nvSpPr>
              <p:spPr>
                <a:xfrm rot="9000000">
                  <a:off x="6599111" y="403961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0" name="Rectangle 95">
                  <a:extLst>
                    <a:ext uri="{FF2B5EF4-FFF2-40B4-BE49-F238E27FC236}">
                      <a16:creationId xmlns:a16="http://schemas.microsoft.com/office/drawing/2014/main" id="{93772408-B1D2-DD24-E495-F5BE03EA088F}"/>
                    </a:ext>
                  </a:extLst>
                </p:cNvPr>
                <p:cNvSpPr/>
                <p:nvPr/>
              </p:nvSpPr>
              <p:spPr>
                <a:xfrm rot="9000000">
                  <a:off x="1318069" y="262456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1" name="Rectangle 96">
                  <a:extLst>
                    <a:ext uri="{FF2B5EF4-FFF2-40B4-BE49-F238E27FC236}">
                      <a16:creationId xmlns:a16="http://schemas.microsoft.com/office/drawing/2014/main" id="{59338E0C-144D-7DF0-A81C-E3A468455B49}"/>
                    </a:ext>
                  </a:extLst>
                </p:cNvPr>
                <p:cNvSpPr/>
                <p:nvPr/>
              </p:nvSpPr>
              <p:spPr>
                <a:xfrm rot="9900000">
                  <a:off x="6326016" y="469892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2" name="Rectangle 97">
                  <a:extLst>
                    <a:ext uri="{FF2B5EF4-FFF2-40B4-BE49-F238E27FC236}">
                      <a16:creationId xmlns:a16="http://schemas.microsoft.com/office/drawing/2014/main" id="{DCBD029E-F0D4-3761-862D-E060B72B24D2}"/>
                    </a:ext>
                  </a:extLst>
                </p:cNvPr>
                <p:cNvSpPr/>
                <p:nvPr/>
              </p:nvSpPr>
              <p:spPr>
                <a:xfrm rot="9900000">
                  <a:off x="1591164" y="196525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3" name="Rectangle 98">
                  <a:extLst>
                    <a:ext uri="{FF2B5EF4-FFF2-40B4-BE49-F238E27FC236}">
                      <a16:creationId xmlns:a16="http://schemas.microsoft.com/office/drawing/2014/main" id="{FF65E324-80A8-B861-F5F0-E512860533DC}"/>
                    </a:ext>
                  </a:extLst>
                </p:cNvPr>
                <p:cNvSpPr/>
                <p:nvPr/>
              </p:nvSpPr>
              <p:spPr>
                <a:xfrm rot="10800000">
                  <a:off x="5891586" y="526508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4" name="Rectangle 99">
                  <a:extLst>
                    <a:ext uri="{FF2B5EF4-FFF2-40B4-BE49-F238E27FC236}">
                      <a16:creationId xmlns:a16="http://schemas.microsoft.com/office/drawing/2014/main" id="{7DDCA404-236E-E32F-C660-69E3D4B9C921}"/>
                    </a:ext>
                  </a:extLst>
                </p:cNvPr>
                <p:cNvSpPr/>
                <p:nvPr/>
              </p:nvSpPr>
              <p:spPr>
                <a:xfrm rot="10800000">
                  <a:off x="2025594" y="139909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5" name="Rectangle 100">
                  <a:extLst>
                    <a:ext uri="{FF2B5EF4-FFF2-40B4-BE49-F238E27FC236}">
                      <a16:creationId xmlns:a16="http://schemas.microsoft.com/office/drawing/2014/main" id="{DC1E526D-F4CE-3F50-8D43-FF0901ECA857}"/>
                    </a:ext>
                  </a:extLst>
                </p:cNvPr>
                <p:cNvSpPr/>
                <p:nvPr/>
              </p:nvSpPr>
              <p:spPr>
                <a:xfrm rot="11700000">
                  <a:off x="5325424" y="5699520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6" name="Rectangle 101">
                  <a:extLst>
                    <a:ext uri="{FF2B5EF4-FFF2-40B4-BE49-F238E27FC236}">
                      <a16:creationId xmlns:a16="http://schemas.microsoft.com/office/drawing/2014/main" id="{99E33A13-FDCE-4D84-8D06-4CC6E512B533}"/>
                    </a:ext>
                  </a:extLst>
                </p:cNvPr>
                <p:cNvSpPr/>
                <p:nvPr/>
              </p:nvSpPr>
              <p:spPr>
                <a:xfrm rot="11700000">
                  <a:off x="2591756" y="964667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7" name="Rectangle 102">
                  <a:extLst>
                    <a:ext uri="{FF2B5EF4-FFF2-40B4-BE49-F238E27FC236}">
                      <a16:creationId xmlns:a16="http://schemas.microsoft.com/office/drawing/2014/main" id="{14D44B0E-AD7B-9218-7DE8-62307032F505}"/>
                    </a:ext>
                  </a:extLst>
                </p:cNvPr>
                <p:cNvSpPr/>
                <p:nvPr/>
              </p:nvSpPr>
              <p:spPr>
                <a:xfrm rot="12600000">
                  <a:off x="4666115" y="597261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8" name="Rectangle 103">
                  <a:extLst>
                    <a:ext uri="{FF2B5EF4-FFF2-40B4-BE49-F238E27FC236}">
                      <a16:creationId xmlns:a16="http://schemas.microsoft.com/office/drawing/2014/main" id="{D2966698-1915-A40B-B289-52E32B9C64F3}"/>
                    </a:ext>
                  </a:extLst>
                </p:cNvPr>
                <p:cNvSpPr/>
                <p:nvPr/>
              </p:nvSpPr>
              <p:spPr>
                <a:xfrm rot="12600000">
                  <a:off x="3251065" y="69157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DA540A15-492E-73B2-B5DB-D51E779D41BE}"/>
                  </a:ext>
                </a:extLst>
              </p:cNvPr>
              <p:cNvGrpSpPr/>
              <p:nvPr/>
            </p:nvGrpSpPr>
            <p:grpSpPr>
              <a:xfrm>
                <a:off x="3328637" y="659745"/>
                <a:ext cx="5518640" cy="5518638"/>
                <a:chOff x="3477279" y="808386"/>
                <a:chExt cx="5221355" cy="5221355"/>
              </a:xfrm>
              <a:grpFill/>
            </p:grpSpPr>
            <p:sp>
              <p:nvSpPr>
                <p:cNvPr id="11" name="Freeform: Shape 267">
                  <a:extLst>
                    <a:ext uri="{FF2B5EF4-FFF2-40B4-BE49-F238E27FC236}">
                      <a16:creationId xmlns:a16="http://schemas.microsoft.com/office/drawing/2014/main" id="{49569C4F-05AD-A09B-FAF6-09A920C02837}"/>
                    </a:ext>
                  </a:extLst>
                </p:cNvPr>
                <p:cNvSpPr/>
                <p:nvPr/>
              </p:nvSpPr>
              <p:spPr>
                <a:xfrm>
                  <a:off x="6065098" y="808386"/>
                  <a:ext cx="45718" cy="353859"/>
                </a:xfrm>
                <a:custGeom>
                  <a:avLst/>
                  <a:gdLst>
                    <a:gd name="connsiteX0" fmla="*/ 0 w 45718"/>
                    <a:gd name="connsiteY0" fmla="*/ 0 h 353859"/>
                    <a:gd name="connsiteX1" fmla="*/ 45718 w 45718"/>
                    <a:gd name="connsiteY1" fmla="*/ 0 h 353859"/>
                    <a:gd name="connsiteX2" fmla="*/ 45718 w 45718"/>
                    <a:gd name="connsiteY2" fmla="*/ 353576 h 353859"/>
                    <a:gd name="connsiteX3" fmla="*/ 25658 w 45718"/>
                    <a:gd name="connsiteY3" fmla="*/ 352563 h 353859"/>
                    <a:gd name="connsiteX4" fmla="*/ 0 w 45718"/>
                    <a:gd name="connsiteY4" fmla="*/ 353859 h 353859"/>
                    <a:gd name="connsiteX5" fmla="*/ 0 w 45718"/>
                    <a:gd name="connsiteY5" fmla="*/ 0 h 353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8" h="353859">
                      <a:moveTo>
                        <a:pt x="0" y="0"/>
                      </a:moveTo>
                      <a:lnTo>
                        <a:pt x="45718" y="0"/>
                      </a:lnTo>
                      <a:lnTo>
                        <a:pt x="45718" y="353576"/>
                      </a:lnTo>
                      <a:lnTo>
                        <a:pt x="25658" y="352563"/>
                      </a:lnTo>
                      <a:lnTo>
                        <a:pt x="0" y="35385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" name="Freeform: Shape 268">
                  <a:extLst>
                    <a:ext uri="{FF2B5EF4-FFF2-40B4-BE49-F238E27FC236}">
                      <a16:creationId xmlns:a16="http://schemas.microsoft.com/office/drawing/2014/main" id="{C5E3253B-16B4-0B72-C8AA-F33DF6195D0F}"/>
                    </a:ext>
                  </a:extLst>
                </p:cNvPr>
                <p:cNvSpPr/>
                <p:nvPr/>
              </p:nvSpPr>
              <p:spPr>
                <a:xfrm>
                  <a:off x="5390183" y="891424"/>
                  <a:ext cx="136202" cy="354886"/>
                </a:xfrm>
                <a:custGeom>
                  <a:avLst/>
                  <a:gdLst>
                    <a:gd name="connsiteX0" fmla="*/ 44161 w 136202"/>
                    <a:gd name="connsiteY0" fmla="*/ 0 h 354886"/>
                    <a:gd name="connsiteX1" fmla="*/ 136202 w 136202"/>
                    <a:gd name="connsiteY1" fmla="*/ 343500 h 354886"/>
                    <a:gd name="connsiteX2" fmla="*/ 91921 w 136202"/>
                    <a:gd name="connsiteY2" fmla="*/ 354886 h 354886"/>
                    <a:gd name="connsiteX3" fmla="*/ 0 w 136202"/>
                    <a:gd name="connsiteY3" fmla="*/ 11833 h 354886"/>
                    <a:gd name="connsiteX4" fmla="*/ 44161 w 136202"/>
                    <a:gd name="connsiteY4" fmla="*/ 0 h 354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6">
                      <a:moveTo>
                        <a:pt x="44161" y="0"/>
                      </a:moveTo>
                      <a:lnTo>
                        <a:pt x="136202" y="343500"/>
                      </a:lnTo>
                      <a:lnTo>
                        <a:pt x="91921" y="354886"/>
                      </a:lnTo>
                      <a:lnTo>
                        <a:pt x="0" y="11833"/>
                      </a:lnTo>
                      <a:lnTo>
                        <a:pt x="441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" name="Freeform: Shape 269">
                  <a:extLst>
                    <a:ext uri="{FF2B5EF4-FFF2-40B4-BE49-F238E27FC236}">
                      <a16:creationId xmlns:a16="http://schemas.microsoft.com/office/drawing/2014/main" id="{CF35C5EE-8B1B-5092-D9EF-F21F7950A254}"/>
                    </a:ext>
                  </a:extLst>
                </p:cNvPr>
                <p:cNvSpPr/>
                <p:nvPr/>
              </p:nvSpPr>
              <p:spPr>
                <a:xfrm>
                  <a:off x="6649891" y="891425"/>
                  <a:ext cx="135841" cy="353538"/>
                </a:xfrm>
                <a:custGeom>
                  <a:avLst/>
                  <a:gdLst>
                    <a:gd name="connsiteX0" fmla="*/ 91679 w 135841"/>
                    <a:gd name="connsiteY0" fmla="*/ 0 h 353538"/>
                    <a:gd name="connsiteX1" fmla="*/ 135841 w 135841"/>
                    <a:gd name="connsiteY1" fmla="*/ 11833 h 353538"/>
                    <a:gd name="connsiteX2" fmla="*/ 44281 w 135841"/>
                    <a:gd name="connsiteY2" fmla="*/ 353538 h 353538"/>
                    <a:gd name="connsiteX3" fmla="*/ 0 w 135841"/>
                    <a:gd name="connsiteY3" fmla="*/ 342153 h 353538"/>
                    <a:gd name="connsiteX4" fmla="*/ 91679 w 135841"/>
                    <a:gd name="connsiteY4" fmla="*/ 0 h 3535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1" h="353538">
                      <a:moveTo>
                        <a:pt x="91679" y="0"/>
                      </a:moveTo>
                      <a:lnTo>
                        <a:pt x="135841" y="11833"/>
                      </a:lnTo>
                      <a:lnTo>
                        <a:pt x="44281" y="353538"/>
                      </a:lnTo>
                      <a:lnTo>
                        <a:pt x="0" y="342153"/>
                      </a:lnTo>
                      <a:lnTo>
                        <a:pt x="9167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" name="Freeform: Shape 270">
                  <a:extLst>
                    <a:ext uri="{FF2B5EF4-FFF2-40B4-BE49-F238E27FC236}">
                      <a16:creationId xmlns:a16="http://schemas.microsoft.com/office/drawing/2014/main" id="{1F812467-827B-B219-523B-3C1413E09A9A}"/>
                    </a:ext>
                  </a:extLst>
                </p:cNvPr>
                <p:cNvSpPr/>
                <p:nvPr/>
              </p:nvSpPr>
              <p:spPr>
                <a:xfrm>
                  <a:off x="4762821" y="1146720"/>
                  <a:ext cx="217217" cy="331395"/>
                </a:xfrm>
                <a:custGeom>
                  <a:avLst/>
                  <a:gdLst>
                    <a:gd name="connsiteX0" fmla="*/ 39595 w 217217"/>
                    <a:gd name="connsiteY0" fmla="*/ 0 h 331395"/>
                    <a:gd name="connsiteX1" fmla="*/ 217217 w 217217"/>
                    <a:gd name="connsiteY1" fmla="*/ 307651 h 331395"/>
                    <a:gd name="connsiteX2" fmla="*/ 178133 w 217217"/>
                    <a:gd name="connsiteY2" fmla="*/ 331395 h 331395"/>
                    <a:gd name="connsiteX3" fmla="*/ 0 w 217217"/>
                    <a:gd name="connsiteY3" fmla="*/ 22860 h 331395"/>
                    <a:gd name="connsiteX4" fmla="*/ 39595 w 217217"/>
                    <a:gd name="connsiteY4" fmla="*/ 0 h 331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5">
                      <a:moveTo>
                        <a:pt x="39595" y="0"/>
                      </a:moveTo>
                      <a:lnTo>
                        <a:pt x="217217" y="307651"/>
                      </a:lnTo>
                      <a:lnTo>
                        <a:pt x="178133" y="331395"/>
                      </a:lnTo>
                      <a:lnTo>
                        <a:pt x="0" y="22860"/>
                      </a:lnTo>
                      <a:lnTo>
                        <a:pt x="3959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" name="Freeform: Shape 271">
                  <a:extLst>
                    <a:ext uri="{FF2B5EF4-FFF2-40B4-BE49-F238E27FC236}">
                      <a16:creationId xmlns:a16="http://schemas.microsoft.com/office/drawing/2014/main" id="{86088CD3-6A1E-0DFD-B99B-C33279948992}"/>
                    </a:ext>
                  </a:extLst>
                </p:cNvPr>
                <p:cNvSpPr/>
                <p:nvPr/>
              </p:nvSpPr>
              <p:spPr>
                <a:xfrm>
                  <a:off x="7197332" y="1146719"/>
                  <a:ext cx="215761" cy="328876"/>
                </a:xfrm>
                <a:custGeom>
                  <a:avLst/>
                  <a:gdLst>
                    <a:gd name="connsiteX0" fmla="*/ 176169 w 215761"/>
                    <a:gd name="connsiteY0" fmla="*/ 0 h 328876"/>
                    <a:gd name="connsiteX1" fmla="*/ 215761 w 215761"/>
                    <a:gd name="connsiteY1" fmla="*/ 22859 h 328876"/>
                    <a:gd name="connsiteX2" fmla="*/ 39082 w 215761"/>
                    <a:gd name="connsiteY2" fmla="*/ 328876 h 328876"/>
                    <a:gd name="connsiteX3" fmla="*/ 0 w 215761"/>
                    <a:gd name="connsiteY3" fmla="*/ 305133 h 328876"/>
                    <a:gd name="connsiteX4" fmla="*/ 176169 w 215761"/>
                    <a:gd name="connsiteY4" fmla="*/ 0 h 3288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1" h="328876">
                      <a:moveTo>
                        <a:pt x="176169" y="0"/>
                      </a:moveTo>
                      <a:lnTo>
                        <a:pt x="215761" y="22859"/>
                      </a:lnTo>
                      <a:lnTo>
                        <a:pt x="39082" y="328876"/>
                      </a:lnTo>
                      <a:lnTo>
                        <a:pt x="0" y="305133"/>
                      </a:lnTo>
                      <a:lnTo>
                        <a:pt x="17616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Freeform: Shape 272">
                  <a:extLst>
                    <a:ext uri="{FF2B5EF4-FFF2-40B4-BE49-F238E27FC236}">
                      <a16:creationId xmlns:a16="http://schemas.microsoft.com/office/drawing/2014/main" id="{6D58BACC-D982-C221-05E1-21F51AAD58DB}"/>
                    </a:ext>
                  </a:extLst>
                </p:cNvPr>
                <p:cNvSpPr/>
                <p:nvPr/>
              </p:nvSpPr>
              <p:spPr>
                <a:xfrm>
                  <a:off x="4225764" y="1556870"/>
                  <a:ext cx="283734" cy="283868"/>
                </a:xfrm>
                <a:custGeom>
                  <a:avLst/>
                  <a:gdLst>
                    <a:gd name="connsiteX0" fmla="*/ 32328 w 283734"/>
                    <a:gd name="connsiteY0" fmla="*/ 0 h 283868"/>
                    <a:gd name="connsiteX1" fmla="*/ 283734 w 283734"/>
                    <a:gd name="connsiteY1" fmla="*/ 251406 h 283868"/>
                    <a:gd name="connsiteX2" fmla="*/ 268266 w 283734"/>
                    <a:gd name="connsiteY2" fmla="*/ 265464 h 283868"/>
                    <a:gd name="connsiteX3" fmla="*/ 251540 w 283734"/>
                    <a:gd name="connsiteY3" fmla="*/ 283868 h 283868"/>
                    <a:gd name="connsiteX4" fmla="*/ 0 w 283734"/>
                    <a:gd name="connsiteY4" fmla="*/ 32328 h 283868"/>
                    <a:gd name="connsiteX5" fmla="*/ 32328 w 283734"/>
                    <a:gd name="connsiteY5" fmla="*/ 0 h 283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4" h="283868">
                      <a:moveTo>
                        <a:pt x="32328" y="0"/>
                      </a:moveTo>
                      <a:lnTo>
                        <a:pt x="283734" y="251406"/>
                      </a:lnTo>
                      <a:lnTo>
                        <a:pt x="268266" y="265464"/>
                      </a:lnTo>
                      <a:lnTo>
                        <a:pt x="251540" y="283868"/>
                      </a:lnTo>
                      <a:lnTo>
                        <a:pt x="0" y="32328"/>
                      </a:lnTo>
                      <a:lnTo>
                        <a:pt x="3232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Freeform: Shape 273">
                  <a:extLst>
                    <a:ext uri="{FF2B5EF4-FFF2-40B4-BE49-F238E27FC236}">
                      <a16:creationId xmlns:a16="http://schemas.microsoft.com/office/drawing/2014/main" id="{D694033D-F222-E335-6276-8C1A6FAE7042}"/>
                    </a:ext>
                  </a:extLst>
                </p:cNvPr>
                <p:cNvSpPr/>
                <p:nvPr/>
              </p:nvSpPr>
              <p:spPr>
                <a:xfrm>
                  <a:off x="7669082" y="1556870"/>
                  <a:ext cx="281068" cy="280936"/>
                </a:xfrm>
                <a:custGeom>
                  <a:avLst/>
                  <a:gdLst>
                    <a:gd name="connsiteX0" fmla="*/ 248740 w 281068"/>
                    <a:gd name="connsiteY0" fmla="*/ 0 h 280936"/>
                    <a:gd name="connsiteX1" fmla="*/ 281068 w 281068"/>
                    <a:gd name="connsiteY1" fmla="*/ 32329 h 280936"/>
                    <a:gd name="connsiteX2" fmla="*/ 32462 w 281068"/>
                    <a:gd name="connsiteY2" fmla="*/ 280936 h 280936"/>
                    <a:gd name="connsiteX3" fmla="*/ 18400 w 281068"/>
                    <a:gd name="connsiteY3" fmla="*/ 265464 h 280936"/>
                    <a:gd name="connsiteX4" fmla="*/ 0 w 281068"/>
                    <a:gd name="connsiteY4" fmla="*/ 248741 h 280936"/>
                    <a:gd name="connsiteX5" fmla="*/ 248740 w 281068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68" h="280936">
                      <a:moveTo>
                        <a:pt x="248740" y="0"/>
                      </a:moveTo>
                      <a:lnTo>
                        <a:pt x="281068" y="32329"/>
                      </a:lnTo>
                      <a:lnTo>
                        <a:pt x="32462" y="280936"/>
                      </a:lnTo>
                      <a:lnTo>
                        <a:pt x="18400" y="265464"/>
                      </a:lnTo>
                      <a:lnTo>
                        <a:pt x="0" y="248741"/>
                      </a:lnTo>
                      <a:lnTo>
                        <a:pt x="24874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Freeform: Shape 274">
                  <a:extLst>
                    <a:ext uri="{FF2B5EF4-FFF2-40B4-BE49-F238E27FC236}">
                      <a16:creationId xmlns:a16="http://schemas.microsoft.com/office/drawing/2014/main" id="{F214B0E8-F538-5DBE-401C-7EA7435A2EB4}"/>
                    </a:ext>
                  </a:extLst>
                </p:cNvPr>
                <p:cNvSpPr/>
                <p:nvPr/>
              </p:nvSpPr>
              <p:spPr>
                <a:xfrm>
                  <a:off x="3815614" y="2093927"/>
                  <a:ext cx="332209" cy="217687"/>
                </a:xfrm>
                <a:custGeom>
                  <a:avLst/>
                  <a:gdLst>
                    <a:gd name="connsiteX0" fmla="*/ 22860 w 332209"/>
                    <a:gd name="connsiteY0" fmla="*/ 0 h 217687"/>
                    <a:gd name="connsiteX1" fmla="*/ 332209 w 332209"/>
                    <a:gd name="connsiteY1" fmla="*/ 178603 h 217687"/>
                    <a:gd name="connsiteX2" fmla="*/ 308465 w 332209"/>
                    <a:gd name="connsiteY2" fmla="*/ 217687 h 217687"/>
                    <a:gd name="connsiteX3" fmla="*/ 0 w 332209"/>
                    <a:gd name="connsiteY3" fmla="*/ 39594 h 217687"/>
                    <a:gd name="connsiteX4" fmla="*/ 22860 w 332209"/>
                    <a:gd name="connsiteY4" fmla="*/ 0 h 2176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09" h="217687">
                      <a:moveTo>
                        <a:pt x="22860" y="0"/>
                      </a:moveTo>
                      <a:lnTo>
                        <a:pt x="332209" y="178603"/>
                      </a:lnTo>
                      <a:lnTo>
                        <a:pt x="308465" y="217687"/>
                      </a:lnTo>
                      <a:lnTo>
                        <a:pt x="0" y="39594"/>
                      </a:lnTo>
                      <a:lnTo>
                        <a:pt x="2286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Freeform: Shape 275">
                  <a:extLst>
                    <a:ext uri="{FF2B5EF4-FFF2-40B4-BE49-F238E27FC236}">
                      <a16:creationId xmlns:a16="http://schemas.microsoft.com/office/drawing/2014/main" id="{7EC4A8FE-9385-119A-6323-07297E327B5E}"/>
                    </a:ext>
                  </a:extLst>
                </p:cNvPr>
                <p:cNvSpPr/>
                <p:nvPr/>
              </p:nvSpPr>
              <p:spPr>
                <a:xfrm>
                  <a:off x="8032238" y="2093927"/>
                  <a:ext cx="328063" cy="215292"/>
                </a:xfrm>
                <a:custGeom>
                  <a:avLst/>
                  <a:gdLst>
                    <a:gd name="connsiteX0" fmla="*/ 305203 w 328063"/>
                    <a:gd name="connsiteY0" fmla="*/ 0 h 215292"/>
                    <a:gd name="connsiteX1" fmla="*/ 328063 w 328063"/>
                    <a:gd name="connsiteY1" fmla="*/ 39593 h 215292"/>
                    <a:gd name="connsiteX2" fmla="*/ 23743 w 328063"/>
                    <a:gd name="connsiteY2" fmla="*/ 215292 h 215292"/>
                    <a:gd name="connsiteX3" fmla="*/ 0 w 328063"/>
                    <a:gd name="connsiteY3" fmla="*/ 176209 h 215292"/>
                    <a:gd name="connsiteX4" fmla="*/ 305203 w 328063"/>
                    <a:gd name="connsiteY4" fmla="*/ 0 h 215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3" h="215292">
                      <a:moveTo>
                        <a:pt x="305203" y="0"/>
                      </a:moveTo>
                      <a:lnTo>
                        <a:pt x="328063" y="39593"/>
                      </a:lnTo>
                      <a:lnTo>
                        <a:pt x="23743" y="215292"/>
                      </a:lnTo>
                      <a:lnTo>
                        <a:pt x="0" y="176209"/>
                      </a:lnTo>
                      <a:lnTo>
                        <a:pt x="30520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Freeform: Shape 276">
                  <a:extLst>
                    <a:ext uri="{FF2B5EF4-FFF2-40B4-BE49-F238E27FC236}">
                      <a16:creationId xmlns:a16="http://schemas.microsoft.com/office/drawing/2014/main" id="{A818D710-5289-6B05-E4AC-9952DCCD01B9}"/>
                    </a:ext>
                  </a:extLst>
                </p:cNvPr>
                <p:cNvSpPr/>
                <p:nvPr/>
              </p:nvSpPr>
              <p:spPr>
                <a:xfrm>
                  <a:off x="3560320" y="2721289"/>
                  <a:ext cx="356833" cy="136723"/>
                </a:xfrm>
                <a:custGeom>
                  <a:avLst/>
                  <a:gdLst>
                    <a:gd name="connsiteX0" fmla="*/ 11833 w 356833"/>
                    <a:gd name="connsiteY0" fmla="*/ 0 h 136723"/>
                    <a:gd name="connsiteX1" fmla="*/ 356833 w 356833"/>
                    <a:gd name="connsiteY1" fmla="*/ 92443 h 136723"/>
                    <a:gd name="connsiteX2" fmla="*/ 345447 w 356833"/>
                    <a:gd name="connsiteY2" fmla="*/ 136723 h 136723"/>
                    <a:gd name="connsiteX3" fmla="*/ 0 w 356833"/>
                    <a:gd name="connsiteY3" fmla="*/ 44161 h 136723"/>
                    <a:gd name="connsiteX4" fmla="*/ 11833 w 356833"/>
                    <a:gd name="connsiteY4" fmla="*/ 0 h 136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3" h="136723">
                      <a:moveTo>
                        <a:pt x="11833" y="0"/>
                      </a:moveTo>
                      <a:lnTo>
                        <a:pt x="356833" y="92443"/>
                      </a:lnTo>
                      <a:lnTo>
                        <a:pt x="345447" y="136723"/>
                      </a:lnTo>
                      <a:lnTo>
                        <a:pt x="0" y="44161"/>
                      </a:lnTo>
                      <a:lnTo>
                        <a:pt x="1183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Freeform: Shape 277">
                  <a:extLst>
                    <a:ext uri="{FF2B5EF4-FFF2-40B4-BE49-F238E27FC236}">
                      <a16:creationId xmlns:a16="http://schemas.microsoft.com/office/drawing/2014/main" id="{81F34877-E2F3-592E-3F32-C4835ADDD1E0}"/>
                    </a:ext>
                  </a:extLst>
                </p:cNvPr>
                <p:cNvSpPr/>
                <p:nvPr/>
              </p:nvSpPr>
              <p:spPr>
                <a:xfrm>
                  <a:off x="8264000" y="2721289"/>
                  <a:ext cx="351595" cy="135321"/>
                </a:xfrm>
                <a:custGeom>
                  <a:avLst/>
                  <a:gdLst>
                    <a:gd name="connsiteX0" fmla="*/ 339761 w 351595"/>
                    <a:gd name="connsiteY0" fmla="*/ 0 h 135321"/>
                    <a:gd name="connsiteX1" fmla="*/ 351595 w 351595"/>
                    <a:gd name="connsiteY1" fmla="*/ 44162 h 135321"/>
                    <a:gd name="connsiteX2" fmla="*/ 11386 w 351595"/>
                    <a:gd name="connsiteY2" fmla="*/ 135321 h 135321"/>
                    <a:gd name="connsiteX3" fmla="*/ 0 w 351595"/>
                    <a:gd name="connsiteY3" fmla="*/ 91039 h 135321"/>
                    <a:gd name="connsiteX4" fmla="*/ 339761 w 351595"/>
                    <a:gd name="connsiteY4" fmla="*/ 0 h 135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1">
                      <a:moveTo>
                        <a:pt x="339761" y="0"/>
                      </a:moveTo>
                      <a:lnTo>
                        <a:pt x="351595" y="44162"/>
                      </a:lnTo>
                      <a:lnTo>
                        <a:pt x="11386" y="135321"/>
                      </a:lnTo>
                      <a:lnTo>
                        <a:pt x="0" y="91039"/>
                      </a:lnTo>
                      <a:lnTo>
                        <a:pt x="3397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Freeform: Shape 278">
                  <a:extLst>
                    <a:ext uri="{FF2B5EF4-FFF2-40B4-BE49-F238E27FC236}">
                      <a16:creationId xmlns:a16="http://schemas.microsoft.com/office/drawing/2014/main" id="{676F640C-005D-EFE6-CF11-49168473DF32}"/>
                    </a:ext>
                  </a:extLst>
                </p:cNvPr>
                <p:cNvSpPr/>
                <p:nvPr/>
              </p:nvSpPr>
              <p:spPr>
                <a:xfrm>
                  <a:off x="3477279" y="3396204"/>
                  <a:ext cx="356521" cy="45719"/>
                </a:xfrm>
                <a:custGeom>
                  <a:avLst/>
                  <a:gdLst>
                    <a:gd name="connsiteX0" fmla="*/ 356520 w 356521"/>
                    <a:gd name="connsiteY0" fmla="*/ 0 h 45719"/>
                    <a:gd name="connsiteX1" fmla="*/ 355366 w 356521"/>
                    <a:gd name="connsiteY1" fmla="*/ 22857 h 45719"/>
                    <a:gd name="connsiteX2" fmla="*/ 356521 w 356521"/>
                    <a:gd name="connsiteY2" fmla="*/ 45719 h 45719"/>
                    <a:gd name="connsiteX3" fmla="*/ 1 w 356521"/>
                    <a:gd name="connsiteY3" fmla="*/ 45719 h 45719"/>
                    <a:gd name="connsiteX4" fmla="*/ 0 w 356521"/>
                    <a:gd name="connsiteY4" fmla="*/ 0 h 45719"/>
                    <a:gd name="connsiteX5" fmla="*/ 356520 w 356521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6521" h="45719">
                      <a:moveTo>
                        <a:pt x="356520" y="0"/>
                      </a:moveTo>
                      <a:lnTo>
                        <a:pt x="355366" y="22857"/>
                      </a:lnTo>
                      <a:lnTo>
                        <a:pt x="356521" y="45719"/>
                      </a:lnTo>
                      <a:lnTo>
                        <a:pt x="1" y="45719"/>
                      </a:lnTo>
                      <a:lnTo>
                        <a:pt x="0" y="0"/>
                      </a:lnTo>
                      <a:lnTo>
                        <a:pt x="35652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Freeform: Shape 279">
                  <a:extLst>
                    <a:ext uri="{FF2B5EF4-FFF2-40B4-BE49-F238E27FC236}">
                      <a16:creationId xmlns:a16="http://schemas.microsoft.com/office/drawing/2014/main" id="{E00DA7B5-F088-2156-8C0E-43418D7F40B0}"/>
                    </a:ext>
                  </a:extLst>
                </p:cNvPr>
                <p:cNvSpPr/>
                <p:nvPr/>
              </p:nvSpPr>
              <p:spPr>
                <a:xfrm>
                  <a:off x="8347714" y="3396204"/>
                  <a:ext cx="350920" cy="45719"/>
                </a:xfrm>
                <a:custGeom>
                  <a:avLst/>
                  <a:gdLst>
                    <a:gd name="connsiteX0" fmla="*/ 0 w 350920"/>
                    <a:gd name="connsiteY0" fmla="*/ 0 h 45719"/>
                    <a:gd name="connsiteX1" fmla="*/ 350920 w 350920"/>
                    <a:gd name="connsiteY1" fmla="*/ 0 h 45719"/>
                    <a:gd name="connsiteX2" fmla="*/ 350920 w 350920"/>
                    <a:gd name="connsiteY2" fmla="*/ 45719 h 45719"/>
                    <a:gd name="connsiteX3" fmla="*/ 0 w 350920"/>
                    <a:gd name="connsiteY3" fmla="*/ 45719 h 45719"/>
                    <a:gd name="connsiteX4" fmla="*/ 1154 w 350920"/>
                    <a:gd name="connsiteY4" fmla="*/ 22857 h 45719"/>
                    <a:gd name="connsiteX5" fmla="*/ 0 w 350920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0920" h="45719">
                      <a:moveTo>
                        <a:pt x="0" y="0"/>
                      </a:moveTo>
                      <a:lnTo>
                        <a:pt x="350920" y="0"/>
                      </a:lnTo>
                      <a:lnTo>
                        <a:pt x="350920" y="45719"/>
                      </a:lnTo>
                      <a:lnTo>
                        <a:pt x="0" y="45719"/>
                      </a:lnTo>
                      <a:lnTo>
                        <a:pt x="1154" y="2285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Freeform: Shape 280">
                  <a:extLst>
                    <a:ext uri="{FF2B5EF4-FFF2-40B4-BE49-F238E27FC236}">
                      <a16:creationId xmlns:a16="http://schemas.microsoft.com/office/drawing/2014/main" id="{6BACD9D0-257C-897F-02CF-589D0182AE2E}"/>
                    </a:ext>
                  </a:extLst>
                </p:cNvPr>
                <p:cNvSpPr/>
                <p:nvPr/>
              </p:nvSpPr>
              <p:spPr>
                <a:xfrm>
                  <a:off x="3560319" y="3980112"/>
                  <a:ext cx="356835" cy="136724"/>
                </a:xfrm>
                <a:custGeom>
                  <a:avLst/>
                  <a:gdLst>
                    <a:gd name="connsiteX0" fmla="*/ 345449 w 356835"/>
                    <a:gd name="connsiteY0" fmla="*/ 0 h 136724"/>
                    <a:gd name="connsiteX1" fmla="*/ 356835 w 356835"/>
                    <a:gd name="connsiteY1" fmla="*/ 44281 h 136724"/>
                    <a:gd name="connsiteX2" fmla="*/ 11833 w 356835"/>
                    <a:gd name="connsiteY2" fmla="*/ 136724 h 136724"/>
                    <a:gd name="connsiteX3" fmla="*/ 0 w 356835"/>
                    <a:gd name="connsiteY3" fmla="*/ 92563 h 136724"/>
                    <a:gd name="connsiteX4" fmla="*/ 345449 w 356835"/>
                    <a:gd name="connsiteY4" fmla="*/ 0 h 136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5" h="136724">
                      <a:moveTo>
                        <a:pt x="345449" y="0"/>
                      </a:moveTo>
                      <a:lnTo>
                        <a:pt x="356835" y="44281"/>
                      </a:lnTo>
                      <a:lnTo>
                        <a:pt x="11833" y="136724"/>
                      </a:lnTo>
                      <a:lnTo>
                        <a:pt x="0" y="92563"/>
                      </a:lnTo>
                      <a:lnTo>
                        <a:pt x="34544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Freeform: Shape 281">
                  <a:extLst>
                    <a:ext uri="{FF2B5EF4-FFF2-40B4-BE49-F238E27FC236}">
                      <a16:creationId xmlns:a16="http://schemas.microsoft.com/office/drawing/2014/main" id="{EA6BDFA5-5D2E-4473-CDA3-107C6610D548}"/>
                    </a:ext>
                  </a:extLst>
                </p:cNvPr>
                <p:cNvSpPr/>
                <p:nvPr/>
              </p:nvSpPr>
              <p:spPr>
                <a:xfrm>
                  <a:off x="8264000" y="3981516"/>
                  <a:ext cx="351595" cy="135320"/>
                </a:xfrm>
                <a:custGeom>
                  <a:avLst/>
                  <a:gdLst>
                    <a:gd name="connsiteX0" fmla="*/ 11385 w 351595"/>
                    <a:gd name="connsiteY0" fmla="*/ 0 h 135320"/>
                    <a:gd name="connsiteX1" fmla="*/ 351595 w 351595"/>
                    <a:gd name="connsiteY1" fmla="*/ 91159 h 135320"/>
                    <a:gd name="connsiteX2" fmla="*/ 339762 w 351595"/>
                    <a:gd name="connsiteY2" fmla="*/ 135320 h 135320"/>
                    <a:gd name="connsiteX3" fmla="*/ 0 w 351595"/>
                    <a:gd name="connsiteY3" fmla="*/ 44281 h 135320"/>
                    <a:gd name="connsiteX4" fmla="*/ 11385 w 351595"/>
                    <a:gd name="connsiteY4" fmla="*/ 0 h 135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0">
                      <a:moveTo>
                        <a:pt x="11385" y="0"/>
                      </a:moveTo>
                      <a:lnTo>
                        <a:pt x="351595" y="91159"/>
                      </a:lnTo>
                      <a:lnTo>
                        <a:pt x="339762" y="135320"/>
                      </a:lnTo>
                      <a:lnTo>
                        <a:pt x="0" y="44281"/>
                      </a:lnTo>
                      <a:lnTo>
                        <a:pt x="1138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Freeform: Shape 282">
                  <a:extLst>
                    <a:ext uri="{FF2B5EF4-FFF2-40B4-BE49-F238E27FC236}">
                      <a16:creationId xmlns:a16="http://schemas.microsoft.com/office/drawing/2014/main" id="{ECC2D3D5-1EA0-B8CD-004E-236A51D2DD8C}"/>
                    </a:ext>
                  </a:extLst>
                </p:cNvPr>
                <p:cNvSpPr/>
                <p:nvPr/>
              </p:nvSpPr>
              <p:spPr>
                <a:xfrm>
                  <a:off x="3815614" y="4526511"/>
                  <a:ext cx="332211" cy="217688"/>
                </a:xfrm>
                <a:custGeom>
                  <a:avLst/>
                  <a:gdLst>
                    <a:gd name="connsiteX0" fmla="*/ 308467 w 332211"/>
                    <a:gd name="connsiteY0" fmla="*/ 0 h 217688"/>
                    <a:gd name="connsiteX1" fmla="*/ 332211 w 332211"/>
                    <a:gd name="connsiteY1" fmla="*/ 39084 h 217688"/>
                    <a:gd name="connsiteX2" fmla="*/ 22860 w 332211"/>
                    <a:gd name="connsiteY2" fmla="*/ 217688 h 217688"/>
                    <a:gd name="connsiteX3" fmla="*/ 0 w 332211"/>
                    <a:gd name="connsiteY3" fmla="*/ 178093 h 217688"/>
                    <a:gd name="connsiteX4" fmla="*/ 308467 w 332211"/>
                    <a:gd name="connsiteY4" fmla="*/ 0 h 217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11" h="217688">
                      <a:moveTo>
                        <a:pt x="308467" y="0"/>
                      </a:moveTo>
                      <a:lnTo>
                        <a:pt x="332211" y="39084"/>
                      </a:lnTo>
                      <a:lnTo>
                        <a:pt x="22860" y="217688"/>
                      </a:lnTo>
                      <a:lnTo>
                        <a:pt x="0" y="178093"/>
                      </a:lnTo>
                      <a:lnTo>
                        <a:pt x="30846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Freeform: Shape 283">
                  <a:extLst>
                    <a:ext uri="{FF2B5EF4-FFF2-40B4-BE49-F238E27FC236}">
                      <a16:creationId xmlns:a16="http://schemas.microsoft.com/office/drawing/2014/main" id="{20B758EE-329E-9A8E-F787-54C1215113D6}"/>
                    </a:ext>
                  </a:extLst>
                </p:cNvPr>
                <p:cNvSpPr/>
                <p:nvPr/>
              </p:nvSpPr>
              <p:spPr>
                <a:xfrm>
                  <a:off x="8032234" y="4528904"/>
                  <a:ext cx="328066" cy="215294"/>
                </a:xfrm>
                <a:custGeom>
                  <a:avLst/>
                  <a:gdLst>
                    <a:gd name="connsiteX0" fmla="*/ 23744 w 328066"/>
                    <a:gd name="connsiteY0" fmla="*/ 0 h 215294"/>
                    <a:gd name="connsiteX1" fmla="*/ 328066 w 328066"/>
                    <a:gd name="connsiteY1" fmla="*/ 175700 h 215294"/>
                    <a:gd name="connsiteX2" fmla="*/ 305206 w 328066"/>
                    <a:gd name="connsiteY2" fmla="*/ 215294 h 215294"/>
                    <a:gd name="connsiteX3" fmla="*/ 0 w 328066"/>
                    <a:gd name="connsiteY3" fmla="*/ 39084 h 215294"/>
                    <a:gd name="connsiteX4" fmla="*/ 23744 w 328066"/>
                    <a:gd name="connsiteY4" fmla="*/ 0 h 215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6" h="215294">
                      <a:moveTo>
                        <a:pt x="23744" y="0"/>
                      </a:moveTo>
                      <a:lnTo>
                        <a:pt x="328066" y="175700"/>
                      </a:lnTo>
                      <a:lnTo>
                        <a:pt x="305206" y="215294"/>
                      </a:lnTo>
                      <a:lnTo>
                        <a:pt x="0" y="39084"/>
                      </a:lnTo>
                      <a:lnTo>
                        <a:pt x="2374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Freeform: Shape 284">
                  <a:extLst>
                    <a:ext uri="{FF2B5EF4-FFF2-40B4-BE49-F238E27FC236}">
                      <a16:creationId xmlns:a16="http://schemas.microsoft.com/office/drawing/2014/main" id="{F56B2B0A-EC1B-E983-9589-CA2416677A4C}"/>
                    </a:ext>
                  </a:extLst>
                </p:cNvPr>
                <p:cNvSpPr/>
                <p:nvPr/>
              </p:nvSpPr>
              <p:spPr>
                <a:xfrm>
                  <a:off x="4225765" y="4997386"/>
                  <a:ext cx="283736" cy="283869"/>
                </a:xfrm>
                <a:custGeom>
                  <a:avLst/>
                  <a:gdLst>
                    <a:gd name="connsiteX0" fmla="*/ 251541 w 283736"/>
                    <a:gd name="connsiteY0" fmla="*/ 0 h 283869"/>
                    <a:gd name="connsiteX1" fmla="*/ 268265 w 283736"/>
                    <a:gd name="connsiteY1" fmla="*/ 18401 h 283869"/>
                    <a:gd name="connsiteX2" fmla="*/ 283736 w 283736"/>
                    <a:gd name="connsiteY2" fmla="*/ 32462 h 283869"/>
                    <a:gd name="connsiteX3" fmla="*/ 32328 w 283736"/>
                    <a:gd name="connsiteY3" fmla="*/ 283869 h 283869"/>
                    <a:gd name="connsiteX4" fmla="*/ 0 w 283736"/>
                    <a:gd name="connsiteY4" fmla="*/ 251541 h 283869"/>
                    <a:gd name="connsiteX5" fmla="*/ 251541 w 283736"/>
                    <a:gd name="connsiteY5" fmla="*/ 0 h 283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6" h="283869">
                      <a:moveTo>
                        <a:pt x="251541" y="0"/>
                      </a:moveTo>
                      <a:lnTo>
                        <a:pt x="268265" y="18401"/>
                      </a:lnTo>
                      <a:lnTo>
                        <a:pt x="283736" y="32462"/>
                      </a:lnTo>
                      <a:lnTo>
                        <a:pt x="32328" y="283869"/>
                      </a:lnTo>
                      <a:lnTo>
                        <a:pt x="0" y="251541"/>
                      </a:lnTo>
                      <a:lnTo>
                        <a:pt x="25154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" name="Freeform: Shape 285">
                  <a:extLst>
                    <a:ext uri="{FF2B5EF4-FFF2-40B4-BE49-F238E27FC236}">
                      <a16:creationId xmlns:a16="http://schemas.microsoft.com/office/drawing/2014/main" id="{F84E2CDE-1A1A-DF2D-7C17-591821CCA2EA}"/>
                    </a:ext>
                  </a:extLst>
                </p:cNvPr>
                <p:cNvSpPr/>
                <p:nvPr/>
              </p:nvSpPr>
              <p:spPr>
                <a:xfrm>
                  <a:off x="7669079" y="5000318"/>
                  <a:ext cx="281070" cy="280936"/>
                </a:xfrm>
                <a:custGeom>
                  <a:avLst/>
                  <a:gdLst>
                    <a:gd name="connsiteX0" fmla="*/ 32462 w 281070"/>
                    <a:gd name="connsiteY0" fmla="*/ 0 h 280936"/>
                    <a:gd name="connsiteX1" fmla="*/ 281070 w 281070"/>
                    <a:gd name="connsiteY1" fmla="*/ 248608 h 280936"/>
                    <a:gd name="connsiteX2" fmla="*/ 248742 w 281070"/>
                    <a:gd name="connsiteY2" fmla="*/ 280936 h 280936"/>
                    <a:gd name="connsiteX3" fmla="*/ 0 w 281070"/>
                    <a:gd name="connsiteY3" fmla="*/ 32194 h 280936"/>
                    <a:gd name="connsiteX4" fmla="*/ 18403 w 281070"/>
                    <a:gd name="connsiteY4" fmla="*/ 15468 h 280936"/>
                    <a:gd name="connsiteX5" fmla="*/ 32462 w 281070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70" h="280936">
                      <a:moveTo>
                        <a:pt x="32462" y="0"/>
                      </a:moveTo>
                      <a:lnTo>
                        <a:pt x="281070" y="248608"/>
                      </a:lnTo>
                      <a:lnTo>
                        <a:pt x="248742" y="280936"/>
                      </a:lnTo>
                      <a:lnTo>
                        <a:pt x="0" y="32194"/>
                      </a:lnTo>
                      <a:lnTo>
                        <a:pt x="18403" y="15468"/>
                      </a:lnTo>
                      <a:lnTo>
                        <a:pt x="3246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" name="Freeform: Shape 286">
                  <a:extLst>
                    <a:ext uri="{FF2B5EF4-FFF2-40B4-BE49-F238E27FC236}">
                      <a16:creationId xmlns:a16="http://schemas.microsoft.com/office/drawing/2014/main" id="{CBFB53D1-2111-F3DF-5EAA-E8D02F91F8B8}"/>
                    </a:ext>
                  </a:extLst>
                </p:cNvPr>
                <p:cNvSpPr/>
                <p:nvPr/>
              </p:nvSpPr>
              <p:spPr>
                <a:xfrm>
                  <a:off x="4762823" y="5360009"/>
                  <a:ext cx="217217" cy="331397"/>
                </a:xfrm>
                <a:custGeom>
                  <a:avLst/>
                  <a:gdLst>
                    <a:gd name="connsiteX0" fmla="*/ 178134 w 217217"/>
                    <a:gd name="connsiteY0" fmla="*/ 0 h 331397"/>
                    <a:gd name="connsiteX1" fmla="*/ 217217 w 217217"/>
                    <a:gd name="connsiteY1" fmla="*/ 23744 h 331397"/>
                    <a:gd name="connsiteX2" fmla="*/ 39593 w 217217"/>
                    <a:gd name="connsiteY2" fmla="*/ 331397 h 331397"/>
                    <a:gd name="connsiteX3" fmla="*/ 0 w 217217"/>
                    <a:gd name="connsiteY3" fmla="*/ 308537 h 331397"/>
                    <a:gd name="connsiteX4" fmla="*/ 178134 w 217217"/>
                    <a:gd name="connsiteY4" fmla="*/ 0 h 331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7">
                      <a:moveTo>
                        <a:pt x="178134" y="0"/>
                      </a:moveTo>
                      <a:lnTo>
                        <a:pt x="217217" y="23744"/>
                      </a:lnTo>
                      <a:lnTo>
                        <a:pt x="39593" y="331397"/>
                      </a:lnTo>
                      <a:lnTo>
                        <a:pt x="0" y="308537"/>
                      </a:lnTo>
                      <a:lnTo>
                        <a:pt x="17813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" name="Freeform: Shape 287">
                  <a:extLst>
                    <a:ext uri="{FF2B5EF4-FFF2-40B4-BE49-F238E27FC236}">
                      <a16:creationId xmlns:a16="http://schemas.microsoft.com/office/drawing/2014/main" id="{3D5291A9-8699-BA41-2FF1-38CAF4613CE5}"/>
                    </a:ext>
                  </a:extLst>
                </p:cNvPr>
                <p:cNvSpPr/>
                <p:nvPr/>
              </p:nvSpPr>
              <p:spPr>
                <a:xfrm>
                  <a:off x="7197328" y="5362526"/>
                  <a:ext cx="215764" cy="328878"/>
                </a:xfrm>
                <a:custGeom>
                  <a:avLst/>
                  <a:gdLst>
                    <a:gd name="connsiteX0" fmla="*/ 39084 w 215764"/>
                    <a:gd name="connsiteY0" fmla="*/ 0 h 328878"/>
                    <a:gd name="connsiteX1" fmla="*/ 215764 w 215764"/>
                    <a:gd name="connsiteY1" fmla="*/ 306019 h 328878"/>
                    <a:gd name="connsiteX2" fmla="*/ 176170 w 215764"/>
                    <a:gd name="connsiteY2" fmla="*/ 328878 h 328878"/>
                    <a:gd name="connsiteX3" fmla="*/ 0 w 215764"/>
                    <a:gd name="connsiteY3" fmla="*/ 23744 h 328878"/>
                    <a:gd name="connsiteX4" fmla="*/ 39084 w 215764"/>
                    <a:gd name="connsiteY4" fmla="*/ 0 h 3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4" h="328878">
                      <a:moveTo>
                        <a:pt x="39084" y="0"/>
                      </a:moveTo>
                      <a:lnTo>
                        <a:pt x="215764" y="306019"/>
                      </a:lnTo>
                      <a:lnTo>
                        <a:pt x="176170" y="328878"/>
                      </a:lnTo>
                      <a:lnTo>
                        <a:pt x="0" y="23744"/>
                      </a:lnTo>
                      <a:lnTo>
                        <a:pt x="3908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" name="Freeform: Shape 288">
                  <a:extLst>
                    <a:ext uri="{FF2B5EF4-FFF2-40B4-BE49-F238E27FC236}">
                      <a16:creationId xmlns:a16="http://schemas.microsoft.com/office/drawing/2014/main" id="{E08F3CEB-24C8-E5B7-6B36-DFCE299DDE73}"/>
                    </a:ext>
                  </a:extLst>
                </p:cNvPr>
                <p:cNvSpPr/>
                <p:nvPr/>
              </p:nvSpPr>
              <p:spPr>
                <a:xfrm>
                  <a:off x="5390184" y="5591812"/>
                  <a:ext cx="136202" cy="354889"/>
                </a:xfrm>
                <a:custGeom>
                  <a:avLst/>
                  <a:gdLst>
                    <a:gd name="connsiteX0" fmla="*/ 91922 w 136202"/>
                    <a:gd name="connsiteY0" fmla="*/ 0 h 354889"/>
                    <a:gd name="connsiteX1" fmla="*/ 136202 w 136202"/>
                    <a:gd name="connsiteY1" fmla="*/ 11385 h 354889"/>
                    <a:gd name="connsiteX2" fmla="*/ 44161 w 136202"/>
                    <a:gd name="connsiteY2" fmla="*/ 354889 h 354889"/>
                    <a:gd name="connsiteX3" fmla="*/ 0 w 136202"/>
                    <a:gd name="connsiteY3" fmla="*/ 343056 h 354889"/>
                    <a:gd name="connsiteX4" fmla="*/ 91922 w 136202"/>
                    <a:gd name="connsiteY4" fmla="*/ 0 h 354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9">
                      <a:moveTo>
                        <a:pt x="91922" y="0"/>
                      </a:moveTo>
                      <a:lnTo>
                        <a:pt x="136202" y="11385"/>
                      </a:lnTo>
                      <a:lnTo>
                        <a:pt x="44161" y="354889"/>
                      </a:lnTo>
                      <a:lnTo>
                        <a:pt x="0" y="343056"/>
                      </a:lnTo>
                      <a:lnTo>
                        <a:pt x="9192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Freeform: Shape 289">
                  <a:extLst>
                    <a:ext uri="{FF2B5EF4-FFF2-40B4-BE49-F238E27FC236}">
                      <a16:creationId xmlns:a16="http://schemas.microsoft.com/office/drawing/2014/main" id="{5770CA04-69C8-D6F6-981D-BD34C3A9A512}"/>
                    </a:ext>
                  </a:extLst>
                </p:cNvPr>
                <p:cNvSpPr/>
                <p:nvPr/>
              </p:nvSpPr>
              <p:spPr>
                <a:xfrm>
                  <a:off x="6649888" y="5593157"/>
                  <a:ext cx="135842" cy="353542"/>
                </a:xfrm>
                <a:custGeom>
                  <a:avLst/>
                  <a:gdLst>
                    <a:gd name="connsiteX0" fmla="*/ 44281 w 135842"/>
                    <a:gd name="connsiteY0" fmla="*/ 0 h 353542"/>
                    <a:gd name="connsiteX1" fmla="*/ 135842 w 135842"/>
                    <a:gd name="connsiteY1" fmla="*/ 341709 h 353542"/>
                    <a:gd name="connsiteX2" fmla="*/ 91681 w 135842"/>
                    <a:gd name="connsiteY2" fmla="*/ 353542 h 353542"/>
                    <a:gd name="connsiteX3" fmla="*/ 0 w 135842"/>
                    <a:gd name="connsiteY3" fmla="*/ 11386 h 353542"/>
                    <a:gd name="connsiteX4" fmla="*/ 44281 w 135842"/>
                    <a:gd name="connsiteY4" fmla="*/ 0 h 353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2" h="353542">
                      <a:moveTo>
                        <a:pt x="44281" y="0"/>
                      </a:moveTo>
                      <a:lnTo>
                        <a:pt x="135842" y="341709"/>
                      </a:lnTo>
                      <a:lnTo>
                        <a:pt x="91681" y="353542"/>
                      </a:lnTo>
                      <a:lnTo>
                        <a:pt x="0" y="11386"/>
                      </a:lnTo>
                      <a:lnTo>
                        <a:pt x="4428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" name="Freeform: Shape 290">
                  <a:extLst>
                    <a:ext uri="{FF2B5EF4-FFF2-40B4-BE49-F238E27FC236}">
                      <a16:creationId xmlns:a16="http://schemas.microsoft.com/office/drawing/2014/main" id="{30C9A816-EC32-B93F-9BC3-E1B40A6898EA}"/>
                    </a:ext>
                  </a:extLst>
                </p:cNvPr>
                <p:cNvSpPr/>
                <p:nvPr/>
              </p:nvSpPr>
              <p:spPr>
                <a:xfrm>
                  <a:off x="6065099" y="5675878"/>
                  <a:ext cx="45719" cy="353863"/>
                </a:xfrm>
                <a:custGeom>
                  <a:avLst/>
                  <a:gdLst>
                    <a:gd name="connsiteX0" fmla="*/ 0 w 45719"/>
                    <a:gd name="connsiteY0" fmla="*/ 0 h 353863"/>
                    <a:gd name="connsiteX1" fmla="*/ 25658 w 45719"/>
                    <a:gd name="connsiteY1" fmla="*/ 1295 h 353863"/>
                    <a:gd name="connsiteX2" fmla="*/ 45719 w 45719"/>
                    <a:gd name="connsiteY2" fmla="*/ 282 h 353863"/>
                    <a:gd name="connsiteX3" fmla="*/ 45719 w 45719"/>
                    <a:gd name="connsiteY3" fmla="*/ 353863 h 353863"/>
                    <a:gd name="connsiteX4" fmla="*/ 0 w 45719"/>
                    <a:gd name="connsiteY4" fmla="*/ 353863 h 353863"/>
                    <a:gd name="connsiteX5" fmla="*/ 0 w 45719"/>
                    <a:gd name="connsiteY5" fmla="*/ 0 h 353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9" h="353863">
                      <a:moveTo>
                        <a:pt x="0" y="0"/>
                      </a:moveTo>
                      <a:lnTo>
                        <a:pt x="25658" y="1295"/>
                      </a:lnTo>
                      <a:lnTo>
                        <a:pt x="45719" y="282"/>
                      </a:lnTo>
                      <a:lnTo>
                        <a:pt x="45719" y="353863"/>
                      </a:lnTo>
                      <a:lnTo>
                        <a:pt x="0" y="3538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7" name="Circle: Hollow 263">
              <a:extLst>
                <a:ext uri="{FF2B5EF4-FFF2-40B4-BE49-F238E27FC236}">
                  <a16:creationId xmlns:a16="http://schemas.microsoft.com/office/drawing/2014/main" id="{B0DEB2DB-5077-6EEA-17F2-AD7DEF0CF2FD}"/>
                </a:ext>
              </a:extLst>
            </p:cNvPr>
            <p:cNvSpPr/>
            <p:nvPr/>
          </p:nvSpPr>
          <p:spPr>
            <a:xfrm>
              <a:off x="2536424" y="967127"/>
              <a:ext cx="4877362" cy="4877362"/>
            </a:xfrm>
            <a:prstGeom prst="donut">
              <a:avLst>
                <a:gd name="adj" fmla="val 120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  <p:sp>
          <p:nvSpPr>
            <p:cNvPr id="8" name="Circle: Hollow 264">
              <a:extLst>
                <a:ext uri="{FF2B5EF4-FFF2-40B4-BE49-F238E27FC236}">
                  <a16:creationId xmlns:a16="http://schemas.microsoft.com/office/drawing/2014/main" id="{7DD0DB6D-FED1-34C4-103D-FB95A48DF295}"/>
                </a:ext>
              </a:extLst>
            </p:cNvPr>
            <p:cNvSpPr/>
            <p:nvPr/>
          </p:nvSpPr>
          <p:spPr>
            <a:xfrm>
              <a:off x="2215784" y="646487"/>
              <a:ext cx="5518642" cy="5518642"/>
            </a:xfrm>
            <a:prstGeom prst="donut">
              <a:avLst>
                <a:gd name="adj" fmla="val 6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15201216-508C-A0C0-766A-58B37FC0FC7D}"/>
              </a:ext>
            </a:extLst>
          </p:cNvPr>
          <p:cNvSpPr txBox="1"/>
          <p:nvPr/>
        </p:nvSpPr>
        <p:spPr>
          <a:xfrm>
            <a:off x="11608668" y="656639"/>
            <a:ext cx="5797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6</a:t>
            </a:r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r>
              <a:rPr lang="en-US" sz="800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of</a:t>
            </a:r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15</a:t>
            </a:r>
            <a:endParaRPr lang="en-ID" sz="800" b="1" i="1" dirty="0">
              <a:solidFill>
                <a:schemeClr val="bg1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515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4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2AE759-8589-29CC-68F2-08939ED6DE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Google Shape;477;p1">
            <a:extLst>
              <a:ext uri="{FF2B5EF4-FFF2-40B4-BE49-F238E27FC236}">
                <a16:creationId xmlns:a16="http://schemas.microsoft.com/office/drawing/2014/main" id="{E163FD7C-4503-89C1-39F4-92AB66A16E4F}"/>
              </a:ext>
            </a:extLst>
          </p:cNvPr>
          <p:cNvSpPr/>
          <p:nvPr/>
        </p:nvSpPr>
        <p:spPr>
          <a:xfrm flipH="1">
            <a:off x="5458046" y="57357"/>
            <a:ext cx="386494" cy="491283"/>
          </a:xfrm>
          <a:custGeom>
            <a:avLst/>
            <a:gdLst/>
            <a:ahLst/>
            <a:cxnLst/>
            <a:rect l="l" t="t" r="r" b="b"/>
            <a:pathLst>
              <a:path w="2221473" h="2823776" extrusionOk="0">
                <a:moveTo>
                  <a:pt x="361496" y="1070087"/>
                </a:moveTo>
                <a:lnTo>
                  <a:pt x="676002" y="1396296"/>
                </a:lnTo>
                <a:lnTo>
                  <a:pt x="821417" y="1221127"/>
                </a:lnTo>
                <a:lnTo>
                  <a:pt x="621149" y="1026182"/>
                </a:lnTo>
                <a:lnTo>
                  <a:pt x="778629" y="909320"/>
                </a:lnTo>
                <a:lnTo>
                  <a:pt x="1158331" y="1270000"/>
                </a:lnTo>
                <a:lnTo>
                  <a:pt x="686526" y="1724318"/>
                </a:lnTo>
                <a:lnTo>
                  <a:pt x="0" y="1075348"/>
                </a:lnTo>
                <a:lnTo>
                  <a:pt x="768531" y="280147"/>
                </a:lnTo>
                <a:lnTo>
                  <a:pt x="1860277" y="1378243"/>
                </a:lnTo>
                <a:cubicBezTo>
                  <a:pt x="1858977" y="1285321"/>
                  <a:pt x="1857676" y="1192400"/>
                  <a:pt x="1856376" y="1099478"/>
                </a:cubicBezTo>
                <a:lnTo>
                  <a:pt x="1284241" y="554355"/>
                </a:lnTo>
                <a:lnTo>
                  <a:pt x="1825233" y="0"/>
                </a:lnTo>
                <a:lnTo>
                  <a:pt x="2221473" y="320062"/>
                </a:lnTo>
                <a:lnTo>
                  <a:pt x="2217420" y="650262"/>
                </a:lnTo>
                <a:lnTo>
                  <a:pt x="2026920" y="820351"/>
                </a:lnTo>
                <a:lnTo>
                  <a:pt x="1751511" y="570342"/>
                </a:lnTo>
                <a:lnTo>
                  <a:pt x="1858827" y="440802"/>
                </a:lnTo>
                <a:lnTo>
                  <a:pt x="2025197" y="597012"/>
                </a:lnTo>
                <a:lnTo>
                  <a:pt x="2132512" y="503667"/>
                </a:lnTo>
                <a:lnTo>
                  <a:pt x="1837872" y="249667"/>
                </a:lnTo>
                <a:lnTo>
                  <a:pt x="1552122" y="569707"/>
                </a:lnTo>
                <a:lnTo>
                  <a:pt x="2071552" y="1052307"/>
                </a:lnTo>
                <a:cubicBezTo>
                  <a:pt x="2069859" y="1235187"/>
                  <a:pt x="2068165" y="1418067"/>
                  <a:pt x="2066472" y="1600947"/>
                </a:cubicBezTo>
                <a:lnTo>
                  <a:pt x="2213792" y="1738107"/>
                </a:lnTo>
                <a:cubicBezTo>
                  <a:pt x="2216060" y="1922106"/>
                  <a:pt x="2218327" y="2106104"/>
                  <a:pt x="2220595" y="2290103"/>
                </a:cubicBezTo>
                <a:lnTo>
                  <a:pt x="1877060" y="2292552"/>
                </a:lnTo>
                <a:lnTo>
                  <a:pt x="1347078" y="1760422"/>
                </a:lnTo>
                <a:lnTo>
                  <a:pt x="924168" y="2170654"/>
                </a:lnTo>
                <a:lnTo>
                  <a:pt x="1270906" y="2520539"/>
                </a:lnTo>
                <a:lnTo>
                  <a:pt x="1375681" y="2366576"/>
                </a:lnTo>
                <a:lnTo>
                  <a:pt x="1199877" y="2216716"/>
                </a:lnTo>
                <a:lnTo>
                  <a:pt x="1355271" y="2047987"/>
                </a:lnTo>
                <a:lnTo>
                  <a:pt x="1712595" y="2369116"/>
                </a:lnTo>
                <a:lnTo>
                  <a:pt x="1291046" y="2823776"/>
                </a:lnTo>
                <a:lnTo>
                  <a:pt x="579846" y="2140174"/>
                </a:lnTo>
                <a:lnTo>
                  <a:pt x="1327269" y="1428974"/>
                </a:lnTo>
                <a:lnTo>
                  <a:pt x="1952109" y="2058872"/>
                </a:lnTo>
                <a:lnTo>
                  <a:pt x="2200002" y="2063952"/>
                </a:lnTo>
                <a:lnTo>
                  <a:pt x="813162" y="647358"/>
                </a:lnTo>
                <a:lnTo>
                  <a:pt x="361496" y="1070087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FE900E3-C30E-FA59-2237-3BF3CA667426}"/>
              </a:ext>
            </a:extLst>
          </p:cNvPr>
          <p:cNvGrpSpPr/>
          <p:nvPr/>
        </p:nvGrpSpPr>
        <p:grpSpPr>
          <a:xfrm>
            <a:off x="11514399" y="883920"/>
            <a:ext cx="628832" cy="633984"/>
            <a:chOff x="2154470" y="585173"/>
            <a:chExt cx="5641271" cy="5641271"/>
          </a:xfrm>
          <a:solidFill>
            <a:schemeClr val="bg1">
              <a:lumMod val="75000"/>
              <a:alpha val="60000"/>
            </a:schemeClr>
          </a:solidFill>
          <a:effectLst/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357C3D1-4104-95AF-EBDE-83C746DA56DB}"/>
                </a:ext>
              </a:extLst>
            </p:cNvPr>
            <p:cNvGrpSpPr/>
            <p:nvPr/>
          </p:nvGrpSpPr>
          <p:grpSpPr>
            <a:xfrm>
              <a:off x="2154470" y="585173"/>
              <a:ext cx="5641271" cy="5641271"/>
              <a:chOff x="3267320" y="598425"/>
              <a:chExt cx="5641271" cy="5641271"/>
            </a:xfrm>
            <a:grpFill/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CBF9322C-51A3-007B-33B4-3073B8D825E0}"/>
                  </a:ext>
                </a:extLst>
              </p:cNvPr>
              <p:cNvGrpSpPr/>
              <p:nvPr/>
            </p:nvGrpSpPr>
            <p:grpSpPr>
              <a:xfrm>
                <a:off x="3267320" y="598425"/>
                <a:ext cx="5641271" cy="5641271"/>
                <a:chOff x="1224922" y="598425"/>
                <a:chExt cx="5641271" cy="5641271"/>
              </a:xfrm>
              <a:grpFill/>
            </p:grpSpPr>
            <p:sp>
              <p:nvSpPr>
                <p:cNvPr id="34" name="Rectangle 80">
                  <a:extLst>
                    <a:ext uri="{FF2B5EF4-FFF2-40B4-BE49-F238E27FC236}">
                      <a16:creationId xmlns:a16="http://schemas.microsoft.com/office/drawing/2014/main" id="{A2E5FDCC-2F20-89C4-DCC5-1F4AC6A76FCB}"/>
                    </a:ext>
                  </a:extLst>
                </p:cNvPr>
                <p:cNvSpPr/>
                <p:nvPr/>
              </p:nvSpPr>
              <p:spPr>
                <a:xfrm rot="2700000">
                  <a:off x="3958590" y="59842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5" name="Rectangle 81">
                  <a:extLst>
                    <a:ext uri="{FF2B5EF4-FFF2-40B4-BE49-F238E27FC236}">
                      <a16:creationId xmlns:a16="http://schemas.microsoft.com/office/drawing/2014/main" id="{812ED6F1-1458-352B-633F-1AD81DD6312F}"/>
                    </a:ext>
                  </a:extLst>
                </p:cNvPr>
                <p:cNvSpPr/>
                <p:nvPr/>
              </p:nvSpPr>
              <p:spPr>
                <a:xfrm rot="2700000">
                  <a:off x="3958590" y="606576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6" name="Rectangle 82">
                  <a:extLst>
                    <a:ext uri="{FF2B5EF4-FFF2-40B4-BE49-F238E27FC236}">
                      <a16:creationId xmlns:a16="http://schemas.microsoft.com/office/drawing/2014/main" id="{F523E579-79B4-5989-4EA7-08FDF6107DA0}"/>
                    </a:ext>
                  </a:extLst>
                </p:cNvPr>
                <p:cNvSpPr/>
                <p:nvPr/>
              </p:nvSpPr>
              <p:spPr>
                <a:xfrm rot="3600000">
                  <a:off x="4666115" y="69157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7" name="Rectangle 83">
                  <a:extLst>
                    <a:ext uri="{FF2B5EF4-FFF2-40B4-BE49-F238E27FC236}">
                      <a16:creationId xmlns:a16="http://schemas.microsoft.com/office/drawing/2014/main" id="{0F265BAA-D7FF-6F5E-BC99-FD9DDF7EFC7B}"/>
                    </a:ext>
                  </a:extLst>
                </p:cNvPr>
                <p:cNvSpPr/>
                <p:nvPr/>
              </p:nvSpPr>
              <p:spPr>
                <a:xfrm rot="3600000">
                  <a:off x="3251065" y="597261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8" name="Rectangle 84">
                  <a:extLst>
                    <a:ext uri="{FF2B5EF4-FFF2-40B4-BE49-F238E27FC236}">
                      <a16:creationId xmlns:a16="http://schemas.microsoft.com/office/drawing/2014/main" id="{E0DFB0E6-EC54-9451-F7EB-295A13D40F21}"/>
                    </a:ext>
                  </a:extLst>
                </p:cNvPr>
                <p:cNvSpPr/>
                <p:nvPr/>
              </p:nvSpPr>
              <p:spPr>
                <a:xfrm rot="4500000">
                  <a:off x="5325424" y="964667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9" name="Rectangle 85">
                  <a:extLst>
                    <a:ext uri="{FF2B5EF4-FFF2-40B4-BE49-F238E27FC236}">
                      <a16:creationId xmlns:a16="http://schemas.microsoft.com/office/drawing/2014/main" id="{4AF15A4A-4D70-6BA9-AF18-B0D6A177CC6D}"/>
                    </a:ext>
                  </a:extLst>
                </p:cNvPr>
                <p:cNvSpPr/>
                <p:nvPr/>
              </p:nvSpPr>
              <p:spPr>
                <a:xfrm rot="4500000">
                  <a:off x="2591756" y="5699520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0" name="Rectangle 86">
                  <a:extLst>
                    <a:ext uri="{FF2B5EF4-FFF2-40B4-BE49-F238E27FC236}">
                      <a16:creationId xmlns:a16="http://schemas.microsoft.com/office/drawing/2014/main" id="{B4957683-7E1B-91F2-925B-49E9342219AA}"/>
                    </a:ext>
                  </a:extLst>
                </p:cNvPr>
                <p:cNvSpPr/>
                <p:nvPr/>
              </p:nvSpPr>
              <p:spPr>
                <a:xfrm rot="5400000">
                  <a:off x="5891586" y="139909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1" name="Rectangle 87">
                  <a:extLst>
                    <a:ext uri="{FF2B5EF4-FFF2-40B4-BE49-F238E27FC236}">
                      <a16:creationId xmlns:a16="http://schemas.microsoft.com/office/drawing/2014/main" id="{015DA3A2-7A7D-020B-4692-A36DE7FA9A20}"/>
                    </a:ext>
                  </a:extLst>
                </p:cNvPr>
                <p:cNvSpPr/>
                <p:nvPr/>
              </p:nvSpPr>
              <p:spPr>
                <a:xfrm rot="5400000">
                  <a:off x="2025594" y="526508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2" name="Rectangle 88">
                  <a:extLst>
                    <a:ext uri="{FF2B5EF4-FFF2-40B4-BE49-F238E27FC236}">
                      <a16:creationId xmlns:a16="http://schemas.microsoft.com/office/drawing/2014/main" id="{080A8C95-39D8-6BD3-5094-5F88DB70CB1C}"/>
                    </a:ext>
                  </a:extLst>
                </p:cNvPr>
                <p:cNvSpPr/>
                <p:nvPr/>
              </p:nvSpPr>
              <p:spPr>
                <a:xfrm rot="6300000">
                  <a:off x="6326016" y="196525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3" name="Rectangle 89">
                  <a:extLst>
                    <a:ext uri="{FF2B5EF4-FFF2-40B4-BE49-F238E27FC236}">
                      <a16:creationId xmlns:a16="http://schemas.microsoft.com/office/drawing/2014/main" id="{FA664F5A-99A0-E8FA-3224-6A7BDCBB57E7}"/>
                    </a:ext>
                  </a:extLst>
                </p:cNvPr>
                <p:cNvSpPr/>
                <p:nvPr/>
              </p:nvSpPr>
              <p:spPr>
                <a:xfrm rot="6300000">
                  <a:off x="1591164" y="469892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4" name="Rectangle 90">
                  <a:extLst>
                    <a:ext uri="{FF2B5EF4-FFF2-40B4-BE49-F238E27FC236}">
                      <a16:creationId xmlns:a16="http://schemas.microsoft.com/office/drawing/2014/main" id="{66667020-6002-7459-1B00-6AB7EC7505C5}"/>
                    </a:ext>
                  </a:extLst>
                </p:cNvPr>
                <p:cNvSpPr/>
                <p:nvPr/>
              </p:nvSpPr>
              <p:spPr>
                <a:xfrm rot="7200000">
                  <a:off x="6599111" y="262456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5" name="Rectangle 91">
                  <a:extLst>
                    <a:ext uri="{FF2B5EF4-FFF2-40B4-BE49-F238E27FC236}">
                      <a16:creationId xmlns:a16="http://schemas.microsoft.com/office/drawing/2014/main" id="{4347A2E4-8CED-F85C-13CE-86BBC1942DD1}"/>
                    </a:ext>
                  </a:extLst>
                </p:cNvPr>
                <p:cNvSpPr/>
                <p:nvPr/>
              </p:nvSpPr>
              <p:spPr>
                <a:xfrm rot="7200000">
                  <a:off x="1318069" y="403961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6" name="Rectangle 92">
                  <a:extLst>
                    <a:ext uri="{FF2B5EF4-FFF2-40B4-BE49-F238E27FC236}">
                      <a16:creationId xmlns:a16="http://schemas.microsoft.com/office/drawing/2014/main" id="{BF9EB4C9-460F-5D5A-03A0-14CC352FCD88}"/>
                    </a:ext>
                  </a:extLst>
                </p:cNvPr>
                <p:cNvSpPr/>
                <p:nvPr/>
              </p:nvSpPr>
              <p:spPr>
                <a:xfrm rot="8100000">
                  <a:off x="6692259" y="3332094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7" name="Rectangle 93">
                  <a:extLst>
                    <a:ext uri="{FF2B5EF4-FFF2-40B4-BE49-F238E27FC236}">
                      <a16:creationId xmlns:a16="http://schemas.microsoft.com/office/drawing/2014/main" id="{86710EEB-7990-0A8D-BC57-33BFCCAB2180}"/>
                    </a:ext>
                  </a:extLst>
                </p:cNvPr>
                <p:cNvSpPr/>
                <p:nvPr/>
              </p:nvSpPr>
              <p:spPr>
                <a:xfrm rot="8100000">
                  <a:off x="1224922" y="3332094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8" name="Rectangle 94">
                  <a:extLst>
                    <a:ext uri="{FF2B5EF4-FFF2-40B4-BE49-F238E27FC236}">
                      <a16:creationId xmlns:a16="http://schemas.microsoft.com/office/drawing/2014/main" id="{D7EEB74C-516C-5E2E-A7B5-C7C7DF4A4948}"/>
                    </a:ext>
                  </a:extLst>
                </p:cNvPr>
                <p:cNvSpPr/>
                <p:nvPr/>
              </p:nvSpPr>
              <p:spPr>
                <a:xfrm rot="9000000">
                  <a:off x="6599111" y="403961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9" name="Rectangle 95">
                  <a:extLst>
                    <a:ext uri="{FF2B5EF4-FFF2-40B4-BE49-F238E27FC236}">
                      <a16:creationId xmlns:a16="http://schemas.microsoft.com/office/drawing/2014/main" id="{CD1C6BC1-9CF5-89FA-1E9B-768F27FC7052}"/>
                    </a:ext>
                  </a:extLst>
                </p:cNvPr>
                <p:cNvSpPr/>
                <p:nvPr/>
              </p:nvSpPr>
              <p:spPr>
                <a:xfrm rot="9000000">
                  <a:off x="1318069" y="262456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0" name="Rectangle 96">
                  <a:extLst>
                    <a:ext uri="{FF2B5EF4-FFF2-40B4-BE49-F238E27FC236}">
                      <a16:creationId xmlns:a16="http://schemas.microsoft.com/office/drawing/2014/main" id="{A0EFD5CF-8163-E823-1810-79F763ACCFC9}"/>
                    </a:ext>
                  </a:extLst>
                </p:cNvPr>
                <p:cNvSpPr/>
                <p:nvPr/>
              </p:nvSpPr>
              <p:spPr>
                <a:xfrm rot="9900000">
                  <a:off x="6326016" y="469892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1" name="Rectangle 97">
                  <a:extLst>
                    <a:ext uri="{FF2B5EF4-FFF2-40B4-BE49-F238E27FC236}">
                      <a16:creationId xmlns:a16="http://schemas.microsoft.com/office/drawing/2014/main" id="{F70B0379-370A-49DE-7A27-B8244DF3D094}"/>
                    </a:ext>
                  </a:extLst>
                </p:cNvPr>
                <p:cNvSpPr/>
                <p:nvPr/>
              </p:nvSpPr>
              <p:spPr>
                <a:xfrm rot="9900000">
                  <a:off x="1591164" y="196525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2" name="Rectangle 98">
                  <a:extLst>
                    <a:ext uri="{FF2B5EF4-FFF2-40B4-BE49-F238E27FC236}">
                      <a16:creationId xmlns:a16="http://schemas.microsoft.com/office/drawing/2014/main" id="{EFC7AA9D-0AAD-4380-3E7B-3218D1546E4E}"/>
                    </a:ext>
                  </a:extLst>
                </p:cNvPr>
                <p:cNvSpPr/>
                <p:nvPr/>
              </p:nvSpPr>
              <p:spPr>
                <a:xfrm rot="10800000">
                  <a:off x="5891586" y="526508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3" name="Rectangle 99">
                  <a:extLst>
                    <a:ext uri="{FF2B5EF4-FFF2-40B4-BE49-F238E27FC236}">
                      <a16:creationId xmlns:a16="http://schemas.microsoft.com/office/drawing/2014/main" id="{09B8BE26-9F5D-4297-D2CA-6E0B487996D1}"/>
                    </a:ext>
                  </a:extLst>
                </p:cNvPr>
                <p:cNvSpPr/>
                <p:nvPr/>
              </p:nvSpPr>
              <p:spPr>
                <a:xfrm rot="10800000">
                  <a:off x="2025594" y="139909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4" name="Rectangle 100">
                  <a:extLst>
                    <a:ext uri="{FF2B5EF4-FFF2-40B4-BE49-F238E27FC236}">
                      <a16:creationId xmlns:a16="http://schemas.microsoft.com/office/drawing/2014/main" id="{5F8E39CA-442C-839E-4073-175E34E9EB51}"/>
                    </a:ext>
                  </a:extLst>
                </p:cNvPr>
                <p:cNvSpPr/>
                <p:nvPr/>
              </p:nvSpPr>
              <p:spPr>
                <a:xfrm rot="11700000">
                  <a:off x="5325424" y="5699520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5" name="Rectangle 101">
                  <a:extLst>
                    <a:ext uri="{FF2B5EF4-FFF2-40B4-BE49-F238E27FC236}">
                      <a16:creationId xmlns:a16="http://schemas.microsoft.com/office/drawing/2014/main" id="{D38303FF-FD57-B9D5-38EF-B6AD3BE2BDF3}"/>
                    </a:ext>
                  </a:extLst>
                </p:cNvPr>
                <p:cNvSpPr/>
                <p:nvPr/>
              </p:nvSpPr>
              <p:spPr>
                <a:xfrm rot="11700000">
                  <a:off x="2591756" y="964667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6" name="Rectangle 102">
                  <a:extLst>
                    <a:ext uri="{FF2B5EF4-FFF2-40B4-BE49-F238E27FC236}">
                      <a16:creationId xmlns:a16="http://schemas.microsoft.com/office/drawing/2014/main" id="{A435C84C-5C4A-EA55-9619-459FF595C293}"/>
                    </a:ext>
                  </a:extLst>
                </p:cNvPr>
                <p:cNvSpPr/>
                <p:nvPr/>
              </p:nvSpPr>
              <p:spPr>
                <a:xfrm rot="12600000">
                  <a:off x="4666115" y="597261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7" name="Rectangle 103">
                  <a:extLst>
                    <a:ext uri="{FF2B5EF4-FFF2-40B4-BE49-F238E27FC236}">
                      <a16:creationId xmlns:a16="http://schemas.microsoft.com/office/drawing/2014/main" id="{317AFDC4-E0D8-972F-4B9F-C8600C302E93}"/>
                    </a:ext>
                  </a:extLst>
                </p:cNvPr>
                <p:cNvSpPr/>
                <p:nvPr/>
              </p:nvSpPr>
              <p:spPr>
                <a:xfrm rot="12600000">
                  <a:off x="3251065" y="69157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D4786200-C3F1-14EE-DA47-73973042BF18}"/>
                  </a:ext>
                </a:extLst>
              </p:cNvPr>
              <p:cNvGrpSpPr/>
              <p:nvPr/>
            </p:nvGrpSpPr>
            <p:grpSpPr>
              <a:xfrm>
                <a:off x="3328637" y="659745"/>
                <a:ext cx="5518640" cy="5518638"/>
                <a:chOff x="3477279" y="808386"/>
                <a:chExt cx="5221355" cy="5221355"/>
              </a:xfrm>
              <a:grpFill/>
            </p:grpSpPr>
            <p:sp>
              <p:nvSpPr>
                <p:cNvPr id="10" name="Freeform: Shape 267">
                  <a:extLst>
                    <a:ext uri="{FF2B5EF4-FFF2-40B4-BE49-F238E27FC236}">
                      <a16:creationId xmlns:a16="http://schemas.microsoft.com/office/drawing/2014/main" id="{8AB6014F-12DC-23CE-5E85-522C57A27706}"/>
                    </a:ext>
                  </a:extLst>
                </p:cNvPr>
                <p:cNvSpPr/>
                <p:nvPr/>
              </p:nvSpPr>
              <p:spPr>
                <a:xfrm>
                  <a:off x="6065098" y="808386"/>
                  <a:ext cx="45718" cy="353859"/>
                </a:xfrm>
                <a:custGeom>
                  <a:avLst/>
                  <a:gdLst>
                    <a:gd name="connsiteX0" fmla="*/ 0 w 45718"/>
                    <a:gd name="connsiteY0" fmla="*/ 0 h 353859"/>
                    <a:gd name="connsiteX1" fmla="*/ 45718 w 45718"/>
                    <a:gd name="connsiteY1" fmla="*/ 0 h 353859"/>
                    <a:gd name="connsiteX2" fmla="*/ 45718 w 45718"/>
                    <a:gd name="connsiteY2" fmla="*/ 353576 h 353859"/>
                    <a:gd name="connsiteX3" fmla="*/ 25658 w 45718"/>
                    <a:gd name="connsiteY3" fmla="*/ 352563 h 353859"/>
                    <a:gd name="connsiteX4" fmla="*/ 0 w 45718"/>
                    <a:gd name="connsiteY4" fmla="*/ 353859 h 353859"/>
                    <a:gd name="connsiteX5" fmla="*/ 0 w 45718"/>
                    <a:gd name="connsiteY5" fmla="*/ 0 h 353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8" h="353859">
                      <a:moveTo>
                        <a:pt x="0" y="0"/>
                      </a:moveTo>
                      <a:lnTo>
                        <a:pt x="45718" y="0"/>
                      </a:lnTo>
                      <a:lnTo>
                        <a:pt x="45718" y="353576"/>
                      </a:lnTo>
                      <a:lnTo>
                        <a:pt x="25658" y="352563"/>
                      </a:lnTo>
                      <a:lnTo>
                        <a:pt x="0" y="35385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" name="Freeform: Shape 268">
                  <a:extLst>
                    <a:ext uri="{FF2B5EF4-FFF2-40B4-BE49-F238E27FC236}">
                      <a16:creationId xmlns:a16="http://schemas.microsoft.com/office/drawing/2014/main" id="{3CB42D7E-BC10-E8DF-D928-805B96912F54}"/>
                    </a:ext>
                  </a:extLst>
                </p:cNvPr>
                <p:cNvSpPr/>
                <p:nvPr/>
              </p:nvSpPr>
              <p:spPr>
                <a:xfrm>
                  <a:off x="5390183" y="891424"/>
                  <a:ext cx="136202" cy="354886"/>
                </a:xfrm>
                <a:custGeom>
                  <a:avLst/>
                  <a:gdLst>
                    <a:gd name="connsiteX0" fmla="*/ 44161 w 136202"/>
                    <a:gd name="connsiteY0" fmla="*/ 0 h 354886"/>
                    <a:gd name="connsiteX1" fmla="*/ 136202 w 136202"/>
                    <a:gd name="connsiteY1" fmla="*/ 343500 h 354886"/>
                    <a:gd name="connsiteX2" fmla="*/ 91921 w 136202"/>
                    <a:gd name="connsiteY2" fmla="*/ 354886 h 354886"/>
                    <a:gd name="connsiteX3" fmla="*/ 0 w 136202"/>
                    <a:gd name="connsiteY3" fmla="*/ 11833 h 354886"/>
                    <a:gd name="connsiteX4" fmla="*/ 44161 w 136202"/>
                    <a:gd name="connsiteY4" fmla="*/ 0 h 354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6">
                      <a:moveTo>
                        <a:pt x="44161" y="0"/>
                      </a:moveTo>
                      <a:lnTo>
                        <a:pt x="136202" y="343500"/>
                      </a:lnTo>
                      <a:lnTo>
                        <a:pt x="91921" y="354886"/>
                      </a:lnTo>
                      <a:lnTo>
                        <a:pt x="0" y="11833"/>
                      </a:lnTo>
                      <a:lnTo>
                        <a:pt x="441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" name="Freeform: Shape 269">
                  <a:extLst>
                    <a:ext uri="{FF2B5EF4-FFF2-40B4-BE49-F238E27FC236}">
                      <a16:creationId xmlns:a16="http://schemas.microsoft.com/office/drawing/2014/main" id="{7FBA6272-C6FD-6246-E3C4-123D4170DF17}"/>
                    </a:ext>
                  </a:extLst>
                </p:cNvPr>
                <p:cNvSpPr/>
                <p:nvPr/>
              </p:nvSpPr>
              <p:spPr>
                <a:xfrm>
                  <a:off x="6649891" y="891425"/>
                  <a:ext cx="135841" cy="353538"/>
                </a:xfrm>
                <a:custGeom>
                  <a:avLst/>
                  <a:gdLst>
                    <a:gd name="connsiteX0" fmla="*/ 91679 w 135841"/>
                    <a:gd name="connsiteY0" fmla="*/ 0 h 353538"/>
                    <a:gd name="connsiteX1" fmla="*/ 135841 w 135841"/>
                    <a:gd name="connsiteY1" fmla="*/ 11833 h 353538"/>
                    <a:gd name="connsiteX2" fmla="*/ 44281 w 135841"/>
                    <a:gd name="connsiteY2" fmla="*/ 353538 h 353538"/>
                    <a:gd name="connsiteX3" fmla="*/ 0 w 135841"/>
                    <a:gd name="connsiteY3" fmla="*/ 342153 h 353538"/>
                    <a:gd name="connsiteX4" fmla="*/ 91679 w 135841"/>
                    <a:gd name="connsiteY4" fmla="*/ 0 h 3535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1" h="353538">
                      <a:moveTo>
                        <a:pt x="91679" y="0"/>
                      </a:moveTo>
                      <a:lnTo>
                        <a:pt x="135841" y="11833"/>
                      </a:lnTo>
                      <a:lnTo>
                        <a:pt x="44281" y="353538"/>
                      </a:lnTo>
                      <a:lnTo>
                        <a:pt x="0" y="342153"/>
                      </a:lnTo>
                      <a:lnTo>
                        <a:pt x="9167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" name="Freeform: Shape 270">
                  <a:extLst>
                    <a:ext uri="{FF2B5EF4-FFF2-40B4-BE49-F238E27FC236}">
                      <a16:creationId xmlns:a16="http://schemas.microsoft.com/office/drawing/2014/main" id="{958BA3C9-D528-21DB-0DA8-9CB83BCD424B}"/>
                    </a:ext>
                  </a:extLst>
                </p:cNvPr>
                <p:cNvSpPr/>
                <p:nvPr/>
              </p:nvSpPr>
              <p:spPr>
                <a:xfrm>
                  <a:off x="4762821" y="1146720"/>
                  <a:ext cx="217217" cy="331395"/>
                </a:xfrm>
                <a:custGeom>
                  <a:avLst/>
                  <a:gdLst>
                    <a:gd name="connsiteX0" fmla="*/ 39595 w 217217"/>
                    <a:gd name="connsiteY0" fmla="*/ 0 h 331395"/>
                    <a:gd name="connsiteX1" fmla="*/ 217217 w 217217"/>
                    <a:gd name="connsiteY1" fmla="*/ 307651 h 331395"/>
                    <a:gd name="connsiteX2" fmla="*/ 178133 w 217217"/>
                    <a:gd name="connsiteY2" fmla="*/ 331395 h 331395"/>
                    <a:gd name="connsiteX3" fmla="*/ 0 w 217217"/>
                    <a:gd name="connsiteY3" fmla="*/ 22860 h 331395"/>
                    <a:gd name="connsiteX4" fmla="*/ 39595 w 217217"/>
                    <a:gd name="connsiteY4" fmla="*/ 0 h 331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5">
                      <a:moveTo>
                        <a:pt x="39595" y="0"/>
                      </a:moveTo>
                      <a:lnTo>
                        <a:pt x="217217" y="307651"/>
                      </a:lnTo>
                      <a:lnTo>
                        <a:pt x="178133" y="331395"/>
                      </a:lnTo>
                      <a:lnTo>
                        <a:pt x="0" y="22860"/>
                      </a:lnTo>
                      <a:lnTo>
                        <a:pt x="3959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" name="Freeform: Shape 271">
                  <a:extLst>
                    <a:ext uri="{FF2B5EF4-FFF2-40B4-BE49-F238E27FC236}">
                      <a16:creationId xmlns:a16="http://schemas.microsoft.com/office/drawing/2014/main" id="{1F7DB1F7-D864-46D1-9C95-FD631096F3EF}"/>
                    </a:ext>
                  </a:extLst>
                </p:cNvPr>
                <p:cNvSpPr/>
                <p:nvPr/>
              </p:nvSpPr>
              <p:spPr>
                <a:xfrm>
                  <a:off x="7197332" y="1146719"/>
                  <a:ext cx="215761" cy="328876"/>
                </a:xfrm>
                <a:custGeom>
                  <a:avLst/>
                  <a:gdLst>
                    <a:gd name="connsiteX0" fmla="*/ 176169 w 215761"/>
                    <a:gd name="connsiteY0" fmla="*/ 0 h 328876"/>
                    <a:gd name="connsiteX1" fmla="*/ 215761 w 215761"/>
                    <a:gd name="connsiteY1" fmla="*/ 22859 h 328876"/>
                    <a:gd name="connsiteX2" fmla="*/ 39082 w 215761"/>
                    <a:gd name="connsiteY2" fmla="*/ 328876 h 328876"/>
                    <a:gd name="connsiteX3" fmla="*/ 0 w 215761"/>
                    <a:gd name="connsiteY3" fmla="*/ 305133 h 328876"/>
                    <a:gd name="connsiteX4" fmla="*/ 176169 w 215761"/>
                    <a:gd name="connsiteY4" fmla="*/ 0 h 3288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1" h="328876">
                      <a:moveTo>
                        <a:pt x="176169" y="0"/>
                      </a:moveTo>
                      <a:lnTo>
                        <a:pt x="215761" y="22859"/>
                      </a:lnTo>
                      <a:lnTo>
                        <a:pt x="39082" y="328876"/>
                      </a:lnTo>
                      <a:lnTo>
                        <a:pt x="0" y="305133"/>
                      </a:lnTo>
                      <a:lnTo>
                        <a:pt x="17616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" name="Freeform: Shape 272">
                  <a:extLst>
                    <a:ext uri="{FF2B5EF4-FFF2-40B4-BE49-F238E27FC236}">
                      <a16:creationId xmlns:a16="http://schemas.microsoft.com/office/drawing/2014/main" id="{442D3CE5-0395-3F12-09CE-D951C953A9F1}"/>
                    </a:ext>
                  </a:extLst>
                </p:cNvPr>
                <p:cNvSpPr/>
                <p:nvPr/>
              </p:nvSpPr>
              <p:spPr>
                <a:xfrm>
                  <a:off x="4225764" y="1556870"/>
                  <a:ext cx="283734" cy="283868"/>
                </a:xfrm>
                <a:custGeom>
                  <a:avLst/>
                  <a:gdLst>
                    <a:gd name="connsiteX0" fmla="*/ 32328 w 283734"/>
                    <a:gd name="connsiteY0" fmla="*/ 0 h 283868"/>
                    <a:gd name="connsiteX1" fmla="*/ 283734 w 283734"/>
                    <a:gd name="connsiteY1" fmla="*/ 251406 h 283868"/>
                    <a:gd name="connsiteX2" fmla="*/ 268266 w 283734"/>
                    <a:gd name="connsiteY2" fmla="*/ 265464 h 283868"/>
                    <a:gd name="connsiteX3" fmla="*/ 251540 w 283734"/>
                    <a:gd name="connsiteY3" fmla="*/ 283868 h 283868"/>
                    <a:gd name="connsiteX4" fmla="*/ 0 w 283734"/>
                    <a:gd name="connsiteY4" fmla="*/ 32328 h 283868"/>
                    <a:gd name="connsiteX5" fmla="*/ 32328 w 283734"/>
                    <a:gd name="connsiteY5" fmla="*/ 0 h 283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4" h="283868">
                      <a:moveTo>
                        <a:pt x="32328" y="0"/>
                      </a:moveTo>
                      <a:lnTo>
                        <a:pt x="283734" y="251406"/>
                      </a:lnTo>
                      <a:lnTo>
                        <a:pt x="268266" y="265464"/>
                      </a:lnTo>
                      <a:lnTo>
                        <a:pt x="251540" y="283868"/>
                      </a:lnTo>
                      <a:lnTo>
                        <a:pt x="0" y="32328"/>
                      </a:lnTo>
                      <a:lnTo>
                        <a:pt x="3232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Freeform: Shape 273">
                  <a:extLst>
                    <a:ext uri="{FF2B5EF4-FFF2-40B4-BE49-F238E27FC236}">
                      <a16:creationId xmlns:a16="http://schemas.microsoft.com/office/drawing/2014/main" id="{2E3519B5-40B5-6B7B-72D8-345DF770E321}"/>
                    </a:ext>
                  </a:extLst>
                </p:cNvPr>
                <p:cNvSpPr/>
                <p:nvPr/>
              </p:nvSpPr>
              <p:spPr>
                <a:xfrm>
                  <a:off x="7669082" y="1556870"/>
                  <a:ext cx="281068" cy="280936"/>
                </a:xfrm>
                <a:custGeom>
                  <a:avLst/>
                  <a:gdLst>
                    <a:gd name="connsiteX0" fmla="*/ 248740 w 281068"/>
                    <a:gd name="connsiteY0" fmla="*/ 0 h 280936"/>
                    <a:gd name="connsiteX1" fmla="*/ 281068 w 281068"/>
                    <a:gd name="connsiteY1" fmla="*/ 32329 h 280936"/>
                    <a:gd name="connsiteX2" fmla="*/ 32462 w 281068"/>
                    <a:gd name="connsiteY2" fmla="*/ 280936 h 280936"/>
                    <a:gd name="connsiteX3" fmla="*/ 18400 w 281068"/>
                    <a:gd name="connsiteY3" fmla="*/ 265464 h 280936"/>
                    <a:gd name="connsiteX4" fmla="*/ 0 w 281068"/>
                    <a:gd name="connsiteY4" fmla="*/ 248741 h 280936"/>
                    <a:gd name="connsiteX5" fmla="*/ 248740 w 281068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68" h="280936">
                      <a:moveTo>
                        <a:pt x="248740" y="0"/>
                      </a:moveTo>
                      <a:lnTo>
                        <a:pt x="281068" y="32329"/>
                      </a:lnTo>
                      <a:lnTo>
                        <a:pt x="32462" y="280936"/>
                      </a:lnTo>
                      <a:lnTo>
                        <a:pt x="18400" y="265464"/>
                      </a:lnTo>
                      <a:lnTo>
                        <a:pt x="0" y="248741"/>
                      </a:lnTo>
                      <a:lnTo>
                        <a:pt x="24874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Freeform: Shape 274">
                  <a:extLst>
                    <a:ext uri="{FF2B5EF4-FFF2-40B4-BE49-F238E27FC236}">
                      <a16:creationId xmlns:a16="http://schemas.microsoft.com/office/drawing/2014/main" id="{98A4D9B0-2380-4E65-8445-38B35D578711}"/>
                    </a:ext>
                  </a:extLst>
                </p:cNvPr>
                <p:cNvSpPr/>
                <p:nvPr/>
              </p:nvSpPr>
              <p:spPr>
                <a:xfrm>
                  <a:off x="3815614" y="2093927"/>
                  <a:ext cx="332209" cy="217687"/>
                </a:xfrm>
                <a:custGeom>
                  <a:avLst/>
                  <a:gdLst>
                    <a:gd name="connsiteX0" fmla="*/ 22860 w 332209"/>
                    <a:gd name="connsiteY0" fmla="*/ 0 h 217687"/>
                    <a:gd name="connsiteX1" fmla="*/ 332209 w 332209"/>
                    <a:gd name="connsiteY1" fmla="*/ 178603 h 217687"/>
                    <a:gd name="connsiteX2" fmla="*/ 308465 w 332209"/>
                    <a:gd name="connsiteY2" fmla="*/ 217687 h 217687"/>
                    <a:gd name="connsiteX3" fmla="*/ 0 w 332209"/>
                    <a:gd name="connsiteY3" fmla="*/ 39594 h 217687"/>
                    <a:gd name="connsiteX4" fmla="*/ 22860 w 332209"/>
                    <a:gd name="connsiteY4" fmla="*/ 0 h 2176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09" h="217687">
                      <a:moveTo>
                        <a:pt x="22860" y="0"/>
                      </a:moveTo>
                      <a:lnTo>
                        <a:pt x="332209" y="178603"/>
                      </a:lnTo>
                      <a:lnTo>
                        <a:pt x="308465" y="217687"/>
                      </a:lnTo>
                      <a:lnTo>
                        <a:pt x="0" y="39594"/>
                      </a:lnTo>
                      <a:lnTo>
                        <a:pt x="2286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Freeform: Shape 275">
                  <a:extLst>
                    <a:ext uri="{FF2B5EF4-FFF2-40B4-BE49-F238E27FC236}">
                      <a16:creationId xmlns:a16="http://schemas.microsoft.com/office/drawing/2014/main" id="{69874C31-232C-C5C3-9982-EF9ABA12EC69}"/>
                    </a:ext>
                  </a:extLst>
                </p:cNvPr>
                <p:cNvSpPr/>
                <p:nvPr/>
              </p:nvSpPr>
              <p:spPr>
                <a:xfrm>
                  <a:off x="8032238" y="2093927"/>
                  <a:ext cx="328063" cy="215292"/>
                </a:xfrm>
                <a:custGeom>
                  <a:avLst/>
                  <a:gdLst>
                    <a:gd name="connsiteX0" fmla="*/ 305203 w 328063"/>
                    <a:gd name="connsiteY0" fmla="*/ 0 h 215292"/>
                    <a:gd name="connsiteX1" fmla="*/ 328063 w 328063"/>
                    <a:gd name="connsiteY1" fmla="*/ 39593 h 215292"/>
                    <a:gd name="connsiteX2" fmla="*/ 23743 w 328063"/>
                    <a:gd name="connsiteY2" fmla="*/ 215292 h 215292"/>
                    <a:gd name="connsiteX3" fmla="*/ 0 w 328063"/>
                    <a:gd name="connsiteY3" fmla="*/ 176209 h 215292"/>
                    <a:gd name="connsiteX4" fmla="*/ 305203 w 328063"/>
                    <a:gd name="connsiteY4" fmla="*/ 0 h 215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3" h="215292">
                      <a:moveTo>
                        <a:pt x="305203" y="0"/>
                      </a:moveTo>
                      <a:lnTo>
                        <a:pt x="328063" y="39593"/>
                      </a:lnTo>
                      <a:lnTo>
                        <a:pt x="23743" y="215292"/>
                      </a:lnTo>
                      <a:lnTo>
                        <a:pt x="0" y="176209"/>
                      </a:lnTo>
                      <a:lnTo>
                        <a:pt x="30520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Freeform: Shape 276">
                  <a:extLst>
                    <a:ext uri="{FF2B5EF4-FFF2-40B4-BE49-F238E27FC236}">
                      <a16:creationId xmlns:a16="http://schemas.microsoft.com/office/drawing/2014/main" id="{1F3AC1F3-AE84-593C-E2B1-0A16CC30AB00}"/>
                    </a:ext>
                  </a:extLst>
                </p:cNvPr>
                <p:cNvSpPr/>
                <p:nvPr/>
              </p:nvSpPr>
              <p:spPr>
                <a:xfrm>
                  <a:off x="3560320" y="2721289"/>
                  <a:ext cx="356833" cy="136723"/>
                </a:xfrm>
                <a:custGeom>
                  <a:avLst/>
                  <a:gdLst>
                    <a:gd name="connsiteX0" fmla="*/ 11833 w 356833"/>
                    <a:gd name="connsiteY0" fmla="*/ 0 h 136723"/>
                    <a:gd name="connsiteX1" fmla="*/ 356833 w 356833"/>
                    <a:gd name="connsiteY1" fmla="*/ 92443 h 136723"/>
                    <a:gd name="connsiteX2" fmla="*/ 345447 w 356833"/>
                    <a:gd name="connsiteY2" fmla="*/ 136723 h 136723"/>
                    <a:gd name="connsiteX3" fmla="*/ 0 w 356833"/>
                    <a:gd name="connsiteY3" fmla="*/ 44161 h 136723"/>
                    <a:gd name="connsiteX4" fmla="*/ 11833 w 356833"/>
                    <a:gd name="connsiteY4" fmla="*/ 0 h 136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3" h="136723">
                      <a:moveTo>
                        <a:pt x="11833" y="0"/>
                      </a:moveTo>
                      <a:lnTo>
                        <a:pt x="356833" y="92443"/>
                      </a:lnTo>
                      <a:lnTo>
                        <a:pt x="345447" y="136723"/>
                      </a:lnTo>
                      <a:lnTo>
                        <a:pt x="0" y="44161"/>
                      </a:lnTo>
                      <a:lnTo>
                        <a:pt x="1183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Freeform: Shape 277">
                  <a:extLst>
                    <a:ext uri="{FF2B5EF4-FFF2-40B4-BE49-F238E27FC236}">
                      <a16:creationId xmlns:a16="http://schemas.microsoft.com/office/drawing/2014/main" id="{29A74502-BF28-871F-C1D0-595CC1A6D75F}"/>
                    </a:ext>
                  </a:extLst>
                </p:cNvPr>
                <p:cNvSpPr/>
                <p:nvPr/>
              </p:nvSpPr>
              <p:spPr>
                <a:xfrm>
                  <a:off x="8264000" y="2721289"/>
                  <a:ext cx="351595" cy="135321"/>
                </a:xfrm>
                <a:custGeom>
                  <a:avLst/>
                  <a:gdLst>
                    <a:gd name="connsiteX0" fmla="*/ 339761 w 351595"/>
                    <a:gd name="connsiteY0" fmla="*/ 0 h 135321"/>
                    <a:gd name="connsiteX1" fmla="*/ 351595 w 351595"/>
                    <a:gd name="connsiteY1" fmla="*/ 44162 h 135321"/>
                    <a:gd name="connsiteX2" fmla="*/ 11386 w 351595"/>
                    <a:gd name="connsiteY2" fmla="*/ 135321 h 135321"/>
                    <a:gd name="connsiteX3" fmla="*/ 0 w 351595"/>
                    <a:gd name="connsiteY3" fmla="*/ 91039 h 135321"/>
                    <a:gd name="connsiteX4" fmla="*/ 339761 w 351595"/>
                    <a:gd name="connsiteY4" fmla="*/ 0 h 135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1">
                      <a:moveTo>
                        <a:pt x="339761" y="0"/>
                      </a:moveTo>
                      <a:lnTo>
                        <a:pt x="351595" y="44162"/>
                      </a:lnTo>
                      <a:lnTo>
                        <a:pt x="11386" y="135321"/>
                      </a:lnTo>
                      <a:lnTo>
                        <a:pt x="0" y="91039"/>
                      </a:lnTo>
                      <a:lnTo>
                        <a:pt x="3397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Freeform: Shape 278">
                  <a:extLst>
                    <a:ext uri="{FF2B5EF4-FFF2-40B4-BE49-F238E27FC236}">
                      <a16:creationId xmlns:a16="http://schemas.microsoft.com/office/drawing/2014/main" id="{C7442E93-E262-0A89-0944-F05EC82E1A0E}"/>
                    </a:ext>
                  </a:extLst>
                </p:cNvPr>
                <p:cNvSpPr/>
                <p:nvPr/>
              </p:nvSpPr>
              <p:spPr>
                <a:xfrm>
                  <a:off x="3477279" y="3396204"/>
                  <a:ext cx="356521" cy="45719"/>
                </a:xfrm>
                <a:custGeom>
                  <a:avLst/>
                  <a:gdLst>
                    <a:gd name="connsiteX0" fmla="*/ 356520 w 356521"/>
                    <a:gd name="connsiteY0" fmla="*/ 0 h 45719"/>
                    <a:gd name="connsiteX1" fmla="*/ 355366 w 356521"/>
                    <a:gd name="connsiteY1" fmla="*/ 22857 h 45719"/>
                    <a:gd name="connsiteX2" fmla="*/ 356521 w 356521"/>
                    <a:gd name="connsiteY2" fmla="*/ 45719 h 45719"/>
                    <a:gd name="connsiteX3" fmla="*/ 1 w 356521"/>
                    <a:gd name="connsiteY3" fmla="*/ 45719 h 45719"/>
                    <a:gd name="connsiteX4" fmla="*/ 0 w 356521"/>
                    <a:gd name="connsiteY4" fmla="*/ 0 h 45719"/>
                    <a:gd name="connsiteX5" fmla="*/ 356520 w 356521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6521" h="45719">
                      <a:moveTo>
                        <a:pt x="356520" y="0"/>
                      </a:moveTo>
                      <a:lnTo>
                        <a:pt x="355366" y="22857"/>
                      </a:lnTo>
                      <a:lnTo>
                        <a:pt x="356521" y="45719"/>
                      </a:lnTo>
                      <a:lnTo>
                        <a:pt x="1" y="45719"/>
                      </a:lnTo>
                      <a:lnTo>
                        <a:pt x="0" y="0"/>
                      </a:lnTo>
                      <a:lnTo>
                        <a:pt x="35652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Freeform: Shape 279">
                  <a:extLst>
                    <a:ext uri="{FF2B5EF4-FFF2-40B4-BE49-F238E27FC236}">
                      <a16:creationId xmlns:a16="http://schemas.microsoft.com/office/drawing/2014/main" id="{7C078EAF-6AC6-D63E-1FA9-37C74E03C403}"/>
                    </a:ext>
                  </a:extLst>
                </p:cNvPr>
                <p:cNvSpPr/>
                <p:nvPr/>
              </p:nvSpPr>
              <p:spPr>
                <a:xfrm>
                  <a:off x="8347714" y="3396204"/>
                  <a:ext cx="350920" cy="45719"/>
                </a:xfrm>
                <a:custGeom>
                  <a:avLst/>
                  <a:gdLst>
                    <a:gd name="connsiteX0" fmla="*/ 0 w 350920"/>
                    <a:gd name="connsiteY0" fmla="*/ 0 h 45719"/>
                    <a:gd name="connsiteX1" fmla="*/ 350920 w 350920"/>
                    <a:gd name="connsiteY1" fmla="*/ 0 h 45719"/>
                    <a:gd name="connsiteX2" fmla="*/ 350920 w 350920"/>
                    <a:gd name="connsiteY2" fmla="*/ 45719 h 45719"/>
                    <a:gd name="connsiteX3" fmla="*/ 0 w 350920"/>
                    <a:gd name="connsiteY3" fmla="*/ 45719 h 45719"/>
                    <a:gd name="connsiteX4" fmla="*/ 1154 w 350920"/>
                    <a:gd name="connsiteY4" fmla="*/ 22857 h 45719"/>
                    <a:gd name="connsiteX5" fmla="*/ 0 w 350920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0920" h="45719">
                      <a:moveTo>
                        <a:pt x="0" y="0"/>
                      </a:moveTo>
                      <a:lnTo>
                        <a:pt x="350920" y="0"/>
                      </a:lnTo>
                      <a:lnTo>
                        <a:pt x="350920" y="45719"/>
                      </a:lnTo>
                      <a:lnTo>
                        <a:pt x="0" y="45719"/>
                      </a:lnTo>
                      <a:lnTo>
                        <a:pt x="1154" y="2285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Freeform: Shape 280">
                  <a:extLst>
                    <a:ext uri="{FF2B5EF4-FFF2-40B4-BE49-F238E27FC236}">
                      <a16:creationId xmlns:a16="http://schemas.microsoft.com/office/drawing/2014/main" id="{BF38717E-6EF7-59BA-6A23-558B1407625A}"/>
                    </a:ext>
                  </a:extLst>
                </p:cNvPr>
                <p:cNvSpPr/>
                <p:nvPr/>
              </p:nvSpPr>
              <p:spPr>
                <a:xfrm>
                  <a:off x="3560319" y="3980112"/>
                  <a:ext cx="356835" cy="136724"/>
                </a:xfrm>
                <a:custGeom>
                  <a:avLst/>
                  <a:gdLst>
                    <a:gd name="connsiteX0" fmla="*/ 345449 w 356835"/>
                    <a:gd name="connsiteY0" fmla="*/ 0 h 136724"/>
                    <a:gd name="connsiteX1" fmla="*/ 356835 w 356835"/>
                    <a:gd name="connsiteY1" fmla="*/ 44281 h 136724"/>
                    <a:gd name="connsiteX2" fmla="*/ 11833 w 356835"/>
                    <a:gd name="connsiteY2" fmla="*/ 136724 h 136724"/>
                    <a:gd name="connsiteX3" fmla="*/ 0 w 356835"/>
                    <a:gd name="connsiteY3" fmla="*/ 92563 h 136724"/>
                    <a:gd name="connsiteX4" fmla="*/ 345449 w 356835"/>
                    <a:gd name="connsiteY4" fmla="*/ 0 h 136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5" h="136724">
                      <a:moveTo>
                        <a:pt x="345449" y="0"/>
                      </a:moveTo>
                      <a:lnTo>
                        <a:pt x="356835" y="44281"/>
                      </a:lnTo>
                      <a:lnTo>
                        <a:pt x="11833" y="136724"/>
                      </a:lnTo>
                      <a:lnTo>
                        <a:pt x="0" y="92563"/>
                      </a:lnTo>
                      <a:lnTo>
                        <a:pt x="34544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Freeform: Shape 281">
                  <a:extLst>
                    <a:ext uri="{FF2B5EF4-FFF2-40B4-BE49-F238E27FC236}">
                      <a16:creationId xmlns:a16="http://schemas.microsoft.com/office/drawing/2014/main" id="{B9CC661C-255A-9BC7-6506-45B982377931}"/>
                    </a:ext>
                  </a:extLst>
                </p:cNvPr>
                <p:cNvSpPr/>
                <p:nvPr/>
              </p:nvSpPr>
              <p:spPr>
                <a:xfrm>
                  <a:off x="8264000" y="3981516"/>
                  <a:ext cx="351595" cy="135320"/>
                </a:xfrm>
                <a:custGeom>
                  <a:avLst/>
                  <a:gdLst>
                    <a:gd name="connsiteX0" fmla="*/ 11385 w 351595"/>
                    <a:gd name="connsiteY0" fmla="*/ 0 h 135320"/>
                    <a:gd name="connsiteX1" fmla="*/ 351595 w 351595"/>
                    <a:gd name="connsiteY1" fmla="*/ 91159 h 135320"/>
                    <a:gd name="connsiteX2" fmla="*/ 339762 w 351595"/>
                    <a:gd name="connsiteY2" fmla="*/ 135320 h 135320"/>
                    <a:gd name="connsiteX3" fmla="*/ 0 w 351595"/>
                    <a:gd name="connsiteY3" fmla="*/ 44281 h 135320"/>
                    <a:gd name="connsiteX4" fmla="*/ 11385 w 351595"/>
                    <a:gd name="connsiteY4" fmla="*/ 0 h 135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0">
                      <a:moveTo>
                        <a:pt x="11385" y="0"/>
                      </a:moveTo>
                      <a:lnTo>
                        <a:pt x="351595" y="91159"/>
                      </a:lnTo>
                      <a:lnTo>
                        <a:pt x="339762" y="135320"/>
                      </a:lnTo>
                      <a:lnTo>
                        <a:pt x="0" y="44281"/>
                      </a:lnTo>
                      <a:lnTo>
                        <a:pt x="1138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Freeform: Shape 282">
                  <a:extLst>
                    <a:ext uri="{FF2B5EF4-FFF2-40B4-BE49-F238E27FC236}">
                      <a16:creationId xmlns:a16="http://schemas.microsoft.com/office/drawing/2014/main" id="{FF5FEBFA-3A60-4C2D-C6D7-EEC16DA9ADE9}"/>
                    </a:ext>
                  </a:extLst>
                </p:cNvPr>
                <p:cNvSpPr/>
                <p:nvPr/>
              </p:nvSpPr>
              <p:spPr>
                <a:xfrm>
                  <a:off x="3815614" y="4526511"/>
                  <a:ext cx="332211" cy="217688"/>
                </a:xfrm>
                <a:custGeom>
                  <a:avLst/>
                  <a:gdLst>
                    <a:gd name="connsiteX0" fmla="*/ 308467 w 332211"/>
                    <a:gd name="connsiteY0" fmla="*/ 0 h 217688"/>
                    <a:gd name="connsiteX1" fmla="*/ 332211 w 332211"/>
                    <a:gd name="connsiteY1" fmla="*/ 39084 h 217688"/>
                    <a:gd name="connsiteX2" fmla="*/ 22860 w 332211"/>
                    <a:gd name="connsiteY2" fmla="*/ 217688 h 217688"/>
                    <a:gd name="connsiteX3" fmla="*/ 0 w 332211"/>
                    <a:gd name="connsiteY3" fmla="*/ 178093 h 217688"/>
                    <a:gd name="connsiteX4" fmla="*/ 308467 w 332211"/>
                    <a:gd name="connsiteY4" fmla="*/ 0 h 217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11" h="217688">
                      <a:moveTo>
                        <a:pt x="308467" y="0"/>
                      </a:moveTo>
                      <a:lnTo>
                        <a:pt x="332211" y="39084"/>
                      </a:lnTo>
                      <a:lnTo>
                        <a:pt x="22860" y="217688"/>
                      </a:lnTo>
                      <a:lnTo>
                        <a:pt x="0" y="178093"/>
                      </a:lnTo>
                      <a:lnTo>
                        <a:pt x="30846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Freeform: Shape 283">
                  <a:extLst>
                    <a:ext uri="{FF2B5EF4-FFF2-40B4-BE49-F238E27FC236}">
                      <a16:creationId xmlns:a16="http://schemas.microsoft.com/office/drawing/2014/main" id="{B0DFBC6F-D4F0-CB49-F56E-D992916A95F4}"/>
                    </a:ext>
                  </a:extLst>
                </p:cNvPr>
                <p:cNvSpPr/>
                <p:nvPr/>
              </p:nvSpPr>
              <p:spPr>
                <a:xfrm>
                  <a:off x="8032234" y="4528904"/>
                  <a:ext cx="328066" cy="215294"/>
                </a:xfrm>
                <a:custGeom>
                  <a:avLst/>
                  <a:gdLst>
                    <a:gd name="connsiteX0" fmla="*/ 23744 w 328066"/>
                    <a:gd name="connsiteY0" fmla="*/ 0 h 215294"/>
                    <a:gd name="connsiteX1" fmla="*/ 328066 w 328066"/>
                    <a:gd name="connsiteY1" fmla="*/ 175700 h 215294"/>
                    <a:gd name="connsiteX2" fmla="*/ 305206 w 328066"/>
                    <a:gd name="connsiteY2" fmla="*/ 215294 h 215294"/>
                    <a:gd name="connsiteX3" fmla="*/ 0 w 328066"/>
                    <a:gd name="connsiteY3" fmla="*/ 39084 h 215294"/>
                    <a:gd name="connsiteX4" fmla="*/ 23744 w 328066"/>
                    <a:gd name="connsiteY4" fmla="*/ 0 h 215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6" h="215294">
                      <a:moveTo>
                        <a:pt x="23744" y="0"/>
                      </a:moveTo>
                      <a:lnTo>
                        <a:pt x="328066" y="175700"/>
                      </a:lnTo>
                      <a:lnTo>
                        <a:pt x="305206" y="215294"/>
                      </a:lnTo>
                      <a:lnTo>
                        <a:pt x="0" y="39084"/>
                      </a:lnTo>
                      <a:lnTo>
                        <a:pt x="2374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Freeform: Shape 284">
                  <a:extLst>
                    <a:ext uri="{FF2B5EF4-FFF2-40B4-BE49-F238E27FC236}">
                      <a16:creationId xmlns:a16="http://schemas.microsoft.com/office/drawing/2014/main" id="{B81B62E8-9702-E1C9-6EC6-D53CDE6F36CB}"/>
                    </a:ext>
                  </a:extLst>
                </p:cNvPr>
                <p:cNvSpPr/>
                <p:nvPr/>
              </p:nvSpPr>
              <p:spPr>
                <a:xfrm>
                  <a:off x="4225765" y="4997386"/>
                  <a:ext cx="283736" cy="283869"/>
                </a:xfrm>
                <a:custGeom>
                  <a:avLst/>
                  <a:gdLst>
                    <a:gd name="connsiteX0" fmla="*/ 251541 w 283736"/>
                    <a:gd name="connsiteY0" fmla="*/ 0 h 283869"/>
                    <a:gd name="connsiteX1" fmla="*/ 268265 w 283736"/>
                    <a:gd name="connsiteY1" fmla="*/ 18401 h 283869"/>
                    <a:gd name="connsiteX2" fmla="*/ 283736 w 283736"/>
                    <a:gd name="connsiteY2" fmla="*/ 32462 h 283869"/>
                    <a:gd name="connsiteX3" fmla="*/ 32328 w 283736"/>
                    <a:gd name="connsiteY3" fmla="*/ 283869 h 283869"/>
                    <a:gd name="connsiteX4" fmla="*/ 0 w 283736"/>
                    <a:gd name="connsiteY4" fmla="*/ 251541 h 283869"/>
                    <a:gd name="connsiteX5" fmla="*/ 251541 w 283736"/>
                    <a:gd name="connsiteY5" fmla="*/ 0 h 283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6" h="283869">
                      <a:moveTo>
                        <a:pt x="251541" y="0"/>
                      </a:moveTo>
                      <a:lnTo>
                        <a:pt x="268265" y="18401"/>
                      </a:lnTo>
                      <a:lnTo>
                        <a:pt x="283736" y="32462"/>
                      </a:lnTo>
                      <a:lnTo>
                        <a:pt x="32328" y="283869"/>
                      </a:lnTo>
                      <a:lnTo>
                        <a:pt x="0" y="251541"/>
                      </a:lnTo>
                      <a:lnTo>
                        <a:pt x="25154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Freeform: Shape 285">
                  <a:extLst>
                    <a:ext uri="{FF2B5EF4-FFF2-40B4-BE49-F238E27FC236}">
                      <a16:creationId xmlns:a16="http://schemas.microsoft.com/office/drawing/2014/main" id="{73ADFD70-1256-DEAD-730C-8F5D78FE12CF}"/>
                    </a:ext>
                  </a:extLst>
                </p:cNvPr>
                <p:cNvSpPr/>
                <p:nvPr/>
              </p:nvSpPr>
              <p:spPr>
                <a:xfrm>
                  <a:off x="7669079" y="5000318"/>
                  <a:ext cx="281070" cy="280936"/>
                </a:xfrm>
                <a:custGeom>
                  <a:avLst/>
                  <a:gdLst>
                    <a:gd name="connsiteX0" fmla="*/ 32462 w 281070"/>
                    <a:gd name="connsiteY0" fmla="*/ 0 h 280936"/>
                    <a:gd name="connsiteX1" fmla="*/ 281070 w 281070"/>
                    <a:gd name="connsiteY1" fmla="*/ 248608 h 280936"/>
                    <a:gd name="connsiteX2" fmla="*/ 248742 w 281070"/>
                    <a:gd name="connsiteY2" fmla="*/ 280936 h 280936"/>
                    <a:gd name="connsiteX3" fmla="*/ 0 w 281070"/>
                    <a:gd name="connsiteY3" fmla="*/ 32194 h 280936"/>
                    <a:gd name="connsiteX4" fmla="*/ 18403 w 281070"/>
                    <a:gd name="connsiteY4" fmla="*/ 15468 h 280936"/>
                    <a:gd name="connsiteX5" fmla="*/ 32462 w 281070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70" h="280936">
                      <a:moveTo>
                        <a:pt x="32462" y="0"/>
                      </a:moveTo>
                      <a:lnTo>
                        <a:pt x="281070" y="248608"/>
                      </a:lnTo>
                      <a:lnTo>
                        <a:pt x="248742" y="280936"/>
                      </a:lnTo>
                      <a:lnTo>
                        <a:pt x="0" y="32194"/>
                      </a:lnTo>
                      <a:lnTo>
                        <a:pt x="18403" y="15468"/>
                      </a:lnTo>
                      <a:lnTo>
                        <a:pt x="3246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" name="Freeform: Shape 286">
                  <a:extLst>
                    <a:ext uri="{FF2B5EF4-FFF2-40B4-BE49-F238E27FC236}">
                      <a16:creationId xmlns:a16="http://schemas.microsoft.com/office/drawing/2014/main" id="{730AF8DA-56E6-5CBD-6A29-610B28B18B31}"/>
                    </a:ext>
                  </a:extLst>
                </p:cNvPr>
                <p:cNvSpPr/>
                <p:nvPr/>
              </p:nvSpPr>
              <p:spPr>
                <a:xfrm>
                  <a:off x="4762823" y="5360009"/>
                  <a:ext cx="217217" cy="331397"/>
                </a:xfrm>
                <a:custGeom>
                  <a:avLst/>
                  <a:gdLst>
                    <a:gd name="connsiteX0" fmla="*/ 178134 w 217217"/>
                    <a:gd name="connsiteY0" fmla="*/ 0 h 331397"/>
                    <a:gd name="connsiteX1" fmla="*/ 217217 w 217217"/>
                    <a:gd name="connsiteY1" fmla="*/ 23744 h 331397"/>
                    <a:gd name="connsiteX2" fmla="*/ 39593 w 217217"/>
                    <a:gd name="connsiteY2" fmla="*/ 331397 h 331397"/>
                    <a:gd name="connsiteX3" fmla="*/ 0 w 217217"/>
                    <a:gd name="connsiteY3" fmla="*/ 308537 h 331397"/>
                    <a:gd name="connsiteX4" fmla="*/ 178134 w 217217"/>
                    <a:gd name="connsiteY4" fmla="*/ 0 h 331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7">
                      <a:moveTo>
                        <a:pt x="178134" y="0"/>
                      </a:moveTo>
                      <a:lnTo>
                        <a:pt x="217217" y="23744"/>
                      </a:lnTo>
                      <a:lnTo>
                        <a:pt x="39593" y="331397"/>
                      </a:lnTo>
                      <a:lnTo>
                        <a:pt x="0" y="308537"/>
                      </a:lnTo>
                      <a:lnTo>
                        <a:pt x="17813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" name="Freeform: Shape 287">
                  <a:extLst>
                    <a:ext uri="{FF2B5EF4-FFF2-40B4-BE49-F238E27FC236}">
                      <a16:creationId xmlns:a16="http://schemas.microsoft.com/office/drawing/2014/main" id="{BD0F68AC-2496-EA23-06D5-2ED697327466}"/>
                    </a:ext>
                  </a:extLst>
                </p:cNvPr>
                <p:cNvSpPr/>
                <p:nvPr/>
              </p:nvSpPr>
              <p:spPr>
                <a:xfrm>
                  <a:off x="7197328" y="5362526"/>
                  <a:ext cx="215764" cy="328878"/>
                </a:xfrm>
                <a:custGeom>
                  <a:avLst/>
                  <a:gdLst>
                    <a:gd name="connsiteX0" fmla="*/ 39084 w 215764"/>
                    <a:gd name="connsiteY0" fmla="*/ 0 h 328878"/>
                    <a:gd name="connsiteX1" fmla="*/ 215764 w 215764"/>
                    <a:gd name="connsiteY1" fmla="*/ 306019 h 328878"/>
                    <a:gd name="connsiteX2" fmla="*/ 176170 w 215764"/>
                    <a:gd name="connsiteY2" fmla="*/ 328878 h 328878"/>
                    <a:gd name="connsiteX3" fmla="*/ 0 w 215764"/>
                    <a:gd name="connsiteY3" fmla="*/ 23744 h 328878"/>
                    <a:gd name="connsiteX4" fmla="*/ 39084 w 215764"/>
                    <a:gd name="connsiteY4" fmla="*/ 0 h 3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4" h="328878">
                      <a:moveTo>
                        <a:pt x="39084" y="0"/>
                      </a:moveTo>
                      <a:lnTo>
                        <a:pt x="215764" y="306019"/>
                      </a:lnTo>
                      <a:lnTo>
                        <a:pt x="176170" y="328878"/>
                      </a:lnTo>
                      <a:lnTo>
                        <a:pt x="0" y="23744"/>
                      </a:lnTo>
                      <a:lnTo>
                        <a:pt x="3908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" name="Freeform: Shape 288">
                  <a:extLst>
                    <a:ext uri="{FF2B5EF4-FFF2-40B4-BE49-F238E27FC236}">
                      <a16:creationId xmlns:a16="http://schemas.microsoft.com/office/drawing/2014/main" id="{C31BE9ED-77F5-9485-B8A8-3406B61C8F2E}"/>
                    </a:ext>
                  </a:extLst>
                </p:cNvPr>
                <p:cNvSpPr/>
                <p:nvPr/>
              </p:nvSpPr>
              <p:spPr>
                <a:xfrm>
                  <a:off x="5390184" y="5591812"/>
                  <a:ext cx="136202" cy="354889"/>
                </a:xfrm>
                <a:custGeom>
                  <a:avLst/>
                  <a:gdLst>
                    <a:gd name="connsiteX0" fmla="*/ 91922 w 136202"/>
                    <a:gd name="connsiteY0" fmla="*/ 0 h 354889"/>
                    <a:gd name="connsiteX1" fmla="*/ 136202 w 136202"/>
                    <a:gd name="connsiteY1" fmla="*/ 11385 h 354889"/>
                    <a:gd name="connsiteX2" fmla="*/ 44161 w 136202"/>
                    <a:gd name="connsiteY2" fmla="*/ 354889 h 354889"/>
                    <a:gd name="connsiteX3" fmla="*/ 0 w 136202"/>
                    <a:gd name="connsiteY3" fmla="*/ 343056 h 354889"/>
                    <a:gd name="connsiteX4" fmla="*/ 91922 w 136202"/>
                    <a:gd name="connsiteY4" fmla="*/ 0 h 354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9">
                      <a:moveTo>
                        <a:pt x="91922" y="0"/>
                      </a:moveTo>
                      <a:lnTo>
                        <a:pt x="136202" y="11385"/>
                      </a:lnTo>
                      <a:lnTo>
                        <a:pt x="44161" y="354889"/>
                      </a:lnTo>
                      <a:lnTo>
                        <a:pt x="0" y="343056"/>
                      </a:lnTo>
                      <a:lnTo>
                        <a:pt x="9192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" name="Freeform: Shape 289">
                  <a:extLst>
                    <a:ext uri="{FF2B5EF4-FFF2-40B4-BE49-F238E27FC236}">
                      <a16:creationId xmlns:a16="http://schemas.microsoft.com/office/drawing/2014/main" id="{53BD1B7C-E033-CBB1-E19B-7111EE5E65D0}"/>
                    </a:ext>
                  </a:extLst>
                </p:cNvPr>
                <p:cNvSpPr/>
                <p:nvPr/>
              </p:nvSpPr>
              <p:spPr>
                <a:xfrm>
                  <a:off x="6649888" y="5593157"/>
                  <a:ext cx="135842" cy="353542"/>
                </a:xfrm>
                <a:custGeom>
                  <a:avLst/>
                  <a:gdLst>
                    <a:gd name="connsiteX0" fmla="*/ 44281 w 135842"/>
                    <a:gd name="connsiteY0" fmla="*/ 0 h 353542"/>
                    <a:gd name="connsiteX1" fmla="*/ 135842 w 135842"/>
                    <a:gd name="connsiteY1" fmla="*/ 341709 h 353542"/>
                    <a:gd name="connsiteX2" fmla="*/ 91681 w 135842"/>
                    <a:gd name="connsiteY2" fmla="*/ 353542 h 353542"/>
                    <a:gd name="connsiteX3" fmla="*/ 0 w 135842"/>
                    <a:gd name="connsiteY3" fmla="*/ 11386 h 353542"/>
                    <a:gd name="connsiteX4" fmla="*/ 44281 w 135842"/>
                    <a:gd name="connsiteY4" fmla="*/ 0 h 353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2" h="353542">
                      <a:moveTo>
                        <a:pt x="44281" y="0"/>
                      </a:moveTo>
                      <a:lnTo>
                        <a:pt x="135842" y="341709"/>
                      </a:lnTo>
                      <a:lnTo>
                        <a:pt x="91681" y="353542"/>
                      </a:lnTo>
                      <a:lnTo>
                        <a:pt x="0" y="11386"/>
                      </a:lnTo>
                      <a:lnTo>
                        <a:pt x="4428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Freeform: Shape 290">
                  <a:extLst>
                    <a:ext uri="{FF2B5EF4-FFF2-40B4-BE49-F238E27FC236}">
                      <a16:creationId xmlns:a16="http://schemas.microsoft.com/office/drawing/2014/main" id="{EBBF81FC-65AF-E6F1-7772-9C1CDF4A3DF4}"/>
                    </a:ext>
                  </a:extLst>
                </p:cNvPr>
                <p:cNvSpPr/>
                <p:nvPr/>
              </p:nvSpPr>
              <p:spPr>
                <a:xfrm>
                  <a:off x="6065099" y="5675878"/>
                  <a:ext cx="45719" cy="353863"/>
                </a:xfrm>
                <a:custGeom>
                  <a:avLst/>
                  <a:gdLst>
                    <a:gd name="connsiteX0" fmla="*/ 0 w 45719"/>
                    <a:gd name="connsiteY0" fmla="*/ 0 h 353863"/>
                    <a:gd name="connsiteX1" fmla="*/ 25658 w 45719"/>
                    <a:gd name="connsiteY1" fmla="*/ 1295 h 353863"/>
                    <a:gd name="connsiteX2" fmla="*/ 45719 w 45719"/>
                    <a:gd name="connsiteY2" fmla="*/ 282 h 353863"/>
                    <a:gd name="connsiteX3" fmla="*/ 45719 w 45719"/>
                    <a:gd name="connsiteY3" fmla="*/ 353863 h 353863"/>
                    <a:gd name="connsiteX4" fmla="*/ 0 w 45719"/>
                    <a:gd name="connsiteY4" fmla="*/ 353863 h 353863"/>
                    <a:gd name="connsiteX5" fmla="*/ 0 w 45719"/>
                    <a:gd name="connsiteY5" fmla="*/ 0 h 353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9" h="353863">
                      <a:moveTo>
                        <a:pt x="0" y="0"/>
                      </a:moveTo>
                      <a:lnTo>
                        <a:pt x="25658" y="1295"/>
                      </a:lnTo>
                      <a:lnTo>
                        <a:pt x="45719" y="282"/>
                      </a:lnTo>
                      <a:lnTo>
                        <a:pt x="45719" y="353863"/>
                      </a:lnTo>
                      <a:lnTo>
                        <a:pt x="0" y="3538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6" name="Circle: Hollow 263">
              <a:extLst>
                <a:ext uri="{FF2B5EF4-FFF2-40B4-BE49-F238E27FC236}">
                  <a16:creationId xmlns:a16="http://schemas.microsoft.com/office/drawing/2014/main" id="{89073C1D-5BFA-0741-B543-DDE313DCCE76}"/>
                </a:ext>
              </a:extLst>
            </p:cNvPr>
            <p:cNvSpPr/>
            <p:nvPr/>
          </p:nvSpPr>
          <p:spPr>
            <a:xfrm>
              <a:off x="2536424" y="967127"/>
              <a:ext cx="4877362" cy="4877362"/>
            </a:xfrm>
            <a:prstGeom prst="donut">
              <a:avLst>
                <a:gd name="adj" fmla="val 120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Circle: Hollow 264">
              <a:extLst>
                <a:ext uri="{FF2B5EF4-FFF2-40B4-BE49-F238E27FC236}">
                  <a16:creationId xmlns:a16="http://schemas.microsoft.com/office/drawing/2014/main" id="{BB108B9B-3863-E1A7-67B1-0B56C384E703}"/>
                </a:ext>
              </a:extLst>
            </p:cNvPr>
            <p:cNvSpPr/>
            <p:nvPr/>
          </p:nvSpPr>
          <p:spPr>
            <a:xfrm>
              <a:off x="2215784" y="646487"/>
              <a:ext cx="5518642" cy="5518642"/>
            </a:xfrm>
            <a:prstGeom prst="donut">
              <a:avLst>
                <a:gd name="adj" fmla="val 6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E3D0A0A8-1115-18F7-1EAA-67E9237B8679}"/>
              </a:ext>
            </a:extLst>
          </p:cNvPr>
          <p:cNvSpPr txBox="1"/>
          <p:nvPr/>
        </p:nvSpPr>
        <p:spPr>
          <a:xfrm>
            <a:off x="11608668" y="694998"/>
            <a:ext cx="5797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7</a:t>
            </a:r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r>
              <a:rPr lang="en-US" sz="800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of</a:t>
            </a:r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15</a:t>
            </a:r>
            <a:endParaRPr lang="en-ID" sz="800" b="1" i="1" dirty="0">
              <a:solidFill>
                <a:schemeClr val="bg1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475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4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6D98BB-ACCD-0D7C-3B75-BBD542EB74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Google Shape;477;p1">
            <a:extLst>
              <a:ext uri="{FF2B5EF4-FFF2-40B4-BE49-F238E27FC236}">
                <a16:creationId xmlns:a16="http://schemas.microsoft.com/office/drawing/2014/main" id="{F1217282-75A7-F96A-FECC-05CEECAF10B7}"/>
              </a:ext>
            </a:extLst>
          </p:cNvPr>
          <p:cNvSpPr/>
          <p:nvPr/>
        </p:nvSpPr>
        <p:spPr>
          <a:xfrm flipH="1">
            <a:off x="5458046" y="57357"/>
            <a:ext cx="386494" cy="491283"/>
          </a:xfrm>
          <a:custGeom>
            <a:avLst/>
            <a:gdLst/>
            <a:ahLst/>
            <a:cxnLst/>
            <a:rect l="l" t="t" r="r" b="b"/>
            <a:pathLst>
              <a:path w="2221473" h="2823776" extrusionOk="0">
                <a:moveTo>
                  <a:pt x="361496" y="1070087"/>
                </a:moveTo>
                <a:lnTo>
                  <a:pt x="676002" y="1396296"/>
                </a:lnTo>
                <a:lnTo>
                  <a:pt x="821417" y="1221127"/>
                </a:lnTo>
                <a:lnTo>
                  <a:pt x="621149" y="1026182"/>
                </a:lnTo>
                <a:lnTo>
                  <a:pt x="778629" y="909320"/>
                </a:lnTo>
                <a:lnTo>
                  <a:pt x="1158331" y="1270000"/>
                </a:lnTo>
                <a:lnTo>
                  <a:pt x="686526" y="1724318"/>
                </a:lnTo>
                <a:lnTo>
                  <a:pt x="0" y="1075348"/>
                </a:lnTo>
                <a:lnTo>
                  <a:pt x="768531" y="280147"/>
                </a:lnTo>
                <a:lnTo>
                  <a:pt x="1860277" y="1378243"/>
                </a:lnTo>
                <a:cubicBezTo>
                  <a:pt x="1858977" y="1285321"/>
                  <a:pt x="1857676" y="1192400"/>
                  <a:pt x="1856376" y="1099478"/>
                </a:cubicBezTo>
                <a:lnTo>
                  <a:pt x="1284241" y="554355"/>
                </a:lnTo>
                <a:lnTo>
                  <a:pt x="1825233" y="0"/>
                </a:lnTo>
                <a:lnTo>
                  <a:pt x="2221473" y="320062"/>
                </a:lnTo>
                <a:lnTo>
                  <a:pt x="2217420" y="650262"/>
                </a:lnTo>
                <a:lnTo>
                  <a:pt x="2026920" y="820351"/>
                </a:lnTo>
                <a:lnTo>
                  <a:pt x="1751511" y="570342"/>
                </a:lnTo>
                <a:lnTo>
                  <a:pt x="1858827" y="440802"/>
                </a:lnTo>
                <a:lnTo>
                  <a:pt x="2025197" y="597012"/>
                </a:lnTo>
                <a:lnTo>
                  <a:pt x="2132512" y="503667"/>
                </a:lnTo>
                <a:lnTo>
                  <a:pt x="1837872" y="249667"/>
                </a:lnTo>
                <a:lnTo>
                  <a:pt x="1552122" y="569707"/>
                </a:lnTo>
                <a:lnTo>
                  <a:pt x="2071552" y="1052307"/>
                </a:lnTo>
                <a:cubicBezTo>
                  <a:pt x="2069859" y="1235187"/>
                  <a:pt x="2068165" y="1418067"/>
                  <a:pt x="2066472" y="1600947"/>
                </a:cubicBezTo>
                <a:lnTo>
                  <a:pt x="2213792" y="1738107"/>
                </a:lnTo>
                <a:cubicBezTo>
                  <a:pt x="2216060" y="1922106"/>
                  <a:pt x="2218327" y="2106104"/>
                  <a:pt x="2220595" y="2290103"/>
                </a:cubicBezTo>
                <a:lnTo>
                  <a:pt x="1877060" y="2292552"/>
                </a:lnTo>
                <a:lnTo>
                  <a:pt x="1347078" y="1760422"/>
                </a:lnTo>
                <a:lnTo>
                  <a:pt x="924168" y="2170654"/>
                </a:lnTo>
                <a:lnTo>
                  <a:pt x="1270906" y="2520539"/>
                </a:lnTo>
                <a:lnTo>
                  <a:pt x="1375681" y="2366576"/>
                </a:lnTo>
                <a:lnTo>
                  <a:pt x="1199877" y="2216716"/>
                </a:lnTo>
                <a:lnTo>
                  <a:pt x="1355271" y="2047987"/>
                </a:lnTo>
                <a:lnTo>
                  <a:pt x="1712595" y="2369116"/>
                </a:lnTo>
                <a:lnTo>
                  <a:pt x="1291046" y="2823776"/>
                </a:lnTo>
                <a:lnTo>
                  <a:pt x="579846" y="2140174"/>
                </a:lnTo>
                <a:lnTo>
                  <a:pt x="1327269" y="1428974"/>
                </a:lnTo>
                <a:lnTo>
                  <a:pt x="1952109" y="2058872"/>
                </a:lnTo>
                <a:lnTo>
                  <a:pt x="2200002" y="2063952"/>
                </a:lnTo>
                <a:lnTo>
                  <a:pt x="813162" y="647358"/>
                </a:lnTo>
                <a:lnTo>
                  <a:pt x="361496" y="1070087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688F8DE-DC20-2B81-2A03-E113E0F01175}"/>
              </a:ext>
            </a:extLst>
          </p:cNvPr>
          <p:cNvGrpSpPr/>
          <p:nvPr/>
        </p:nvGrpSpPr>
        <p:grpSpPr>
          <a:xfrm>
            <a:off x="11514399" y="890016"/>
            <a:ext cx="628832" cy="633984"/>
            <a:chOff x="2154470" y="585173"/>
            <a:chExt cx="5641271" cy="5641271"/>
          </a:xfrm>
          <a:solidFill>
            <a:schemeClr val="bg1">
              <a:lumMod val="75000"/>
              <a:alpha val="60000"/>
            </a:schemeClr>
          </a:solidFill>
          <a:effectLst/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9DDC7B7-92D8-D629-997F-B1B6566CFF68}"/>
                </a:ext>
              </a:extLst>
            </p:cNvPr>
            <p:cNvGrpSpPr/>
            <p:nvPr/>
          </p:nvGrpSpPr>
          <p:grpSpPr>
            <a:xfrm>
              <a:off x="2154470" y="585173"/>
              <a:ext cx="5641271" cy="5641271"/>
              <a:chOff x="3267320" y="598425"/>
              <a:chExt cx="5641271" cy="5641271"/>
            </a:xfrm>
            <a:grpFill/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078F36D-BD7F-711B-262E-AE140441AF62}"/>
                  </a:ext>
                </a:extLst>
              </p:cNvPr>
              <p:cNvGrpSpPr/>
              <p:nvPr/>
            </p:nvGrpSpPr>
            <p:grpSpPr>
              <a:xfrm>
                <a:off x="3267320" y="598425"/>
                <a:ext cx="5641271" cy="5641271"/>
                <a:chOff x="1224922" y="598425"/>
                <a:chExt cx="5641271" cy="5641271"/>
              </a:xfrm>
              <a:grpFill/>
            </p:grpSpPr>
            <p:sp>
              <p:nvSpPr>
                <p:cNvPr id="34" name="Rectangle 80">
                  <a:extLst>
                    <a:ext uri="{FF2B5EF4-FFF2-40B4-BE49-F238E27FC236}">
                      <a16:creationId xmlns:a16="http://schemas.microsoft.com/office/drawing/2014/main" id="{EFEA2BA9-D5CD-667A-F0CB-B45B46B086EC}"/>
                    </a:ext>
                  </a:extLst>
                </p:cNvPr>
                <p:cNvSpPr/>
                <p:nvPr/>
              </p:nvSpPr>
              <p:spPr>
                <a:xfrm rot="2700000">
                  <a:off x="3958590" y="59842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5" name="Rectangle 81">
                  <a:extLst>
                    <a:ext uri="{FF2B5EF4-FFF2-40B4-BE49-F238E27FC236}">
                      <a16:creationId xmlns:a16="http://schemas.microsoft.com/office/drawing/2014/main" id="{70A151CF-AEE2-C313-B29B-9C88736DC061}"/>
                    </a:ext>
                  </a:extLst>
                </p:cNvPr>
                <p:cNvSpPr/>
                <p:nvPr/>
              </p:nvSpPr>
              <p:spPr>
                <a:xfrm rot="2700000">
                  <a:off x="3958590" y="606576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6" name="Rectangle 82">
                  <a:extLst>
                    <a:ext uri="{FF2B5EF4-FFF2-40B4-BE49-F238E27FC236}">
                      <a16:creationId xmlns:a16="http://schemas.microsoft.com/office/drawing/2014/main" id="{FC20FF1C-3097-BBA1-D54B-010A98FF011C}"/>
                    </a:ext>
                  </a:extLst>
                </p:cNvPr>
                <p:cNvSpPr/>
                <p:nvPr/>
              </p:nvSpPr>
              <p:spPr>
                <a:xfrm rot="3600000">
                  <a:off x="4666115" y="69157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7" name="Rectangle 83">
                  <a:extLst>
                    <a:ext uri="{FF2B5EF4-FFF2-40B4-BE49-F238E27FC236}">
                      <a16:creationId xmlns:a16="http://schemas.microsoft.com/office/drawing/2014/main" id="{3321ADE3-CB58-F18D-0964-031C3F5BED8E}"/>
                    </a:ext>
                  </a:extLst>
                </p:cNvPr>
                <p:cNvSpPr/>
                <p:nvPr/>
              </p:nvSpPr>
              <p:spPr>
                <a:xfrm rot="3600000">
                  <a:off x="3251065" y="597261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8" name="Rectangle 84">
                  <a:extLst>
                    <a:ext uri="{FF2B5EF4-FFF2-40B4-BE49-F238E27FC236}">
                      <a16:creationId xmlns:a16="http://schemas.microsoft.com/office/drawing/2014/main" id="{00ACD2F7-0ED3-E448-949F-B3F839169CB8}"/>
                    </a:ext>
                  </a:extLst>
                </p:cNvPr>
                <p:cNvSpPr/>
                <p:nvPr/>
              </p:nvSpPr>
              <p:spPr>
                <a:xfrm rot="4500000">
                  <a:off x="5325424" y="964667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9" name="Rectangle 85">
                  <a:extLst>
                    <a:ext uri="{FF2B5EF4-FFF2-40B4-BE49-F238E27FC236}">
                      <a16:creationId xmlns:a16="http://schemas.microsoft.com/office/drawing/2014/main" id="{9530EC24-B82B-F739-EFF6-9DFFAFDE8C24}"/>
                    </a:ext>
                  </a:extLst>
                </p:cNvPr>
                <p:cNvSpPr/>
                <p:nvPr/>
              </p:nvSpPr>
              <p:spPr>
                <a:xfrm rot="4500000">
                  <a:off x="2591756" y="5699520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0" name="Rectangle 86">
                  <a:extLst>
                    <a:ext uri="{FF2B5EF4-FFF2-40B4-BE49-F238E27FC236}">
                      <a16:creationId xmlns:a16="http://schemas.microsoft.com/office/drawing/2014/main" id="{EC193723-1CEB-B9D0-EE9E-F2B9584E1EB0}"/>
                    </a:ext>
                  </a:extLst>
                </p:cNvPr>
                <p:cNvSpPr/>
                <p:nvPr/>
              </p:nvSpPr>
              <p:spPr>
                <a:xfrm rot="5400000">
                  <a:off x="5891586" y="139909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1" name="Rectangle 87">
                  <a:extLst>
                    <a:ext uri="{FF2B5EF4-FFF2-40B4-BE49-F238E27FC236}">
                      <a16:creationId xmlns:a16="http://schemas.microsoft.com/office/drawing/2014/main" id="{943513F7-C808-90A9-627E-BF0172CDC5B8}"/>
                    </a:ext>
                  </a:extLst>
                </p:cNvPr>
                <p:cNvSpPr/>
                <p:nvPr/>
              </p:nvSpPr>
              <p:spPr>
                <a:xfrm rot="5400000">
                  <a:off x="2025594" y="526508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2" name="Rectangle 88">
                  <a:extLst>
                    <a:ext uri="{FF2B5EF4-FFF2-40B4-BE49-F238E27FC236}">
                      <a16:creationId xmlns:a16="http://schemas.microsoft.com/office/drawing/2014/main" id="{664AA7C5-408E-BE8D-648E-2296835FCC85}"/>
                    </a:ext>
                  </a:extLst>
                </p:cNvPr>
                <p:cNvSpPr/>
                <p:nvPr/>
              </p:nvSpPr>
              <p:spPr>
                <a:xfrm rot="6300000">
                  <a:off x="6326016" y="196525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3" name="Rectangle 89">
                  <a:extLst>
                    <a:ext uri="{FF2B5EF4-FFF2-40B4-BE49-F238E27FC236}">
                      <a16:creationId xmlns:a16="http://schemas.microsoft.com/office/drawing/2014/main" id="{27C9ACDF-D4D2-E063-A224-EA63193DF520}"/>
                    </a:ext>
                  </a:extLst>
                </p:cNvPr>
                <p:cNvSpPr/>
                <p:nvPr/>
              </p:nvSpPr>
              <p:spPr>
                <a:xfrm rot="6300000">
                  <a:off x="1591164" y="469892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4" name="Rectangle 90">
                  <a:extLst>
                    <a:ext uri="{FF2B5EF4-FFF2-40B4-BE49-F238E27FC236}">
                      <a16:creationId xmlns:a16="http://schemas.microsoft.com/office/drawing/2014/main" id="{4A2569A5-C639-6D06-36D0-A6DDD408F084}"/>
                    </a:ext>
                  </a:extLst>
                </p:cNvPr>
                <p:cNvSpPr/>
                <p:nvPr/>
              </p:nvSpPr>
              <p:spPr>
                <a:xfrm rot="7200000">
                  <a:off x="6599111" y="262456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5" name="Rectangle 91">
                  <a:extLst>
                    <a:ext uri="{FF2B5EF4-FFF2-40B4-BE49-F238E27FC236}">
                      <a16:creationId xmlns:a16="http://schemas.microsoft.com/office/drawing/2014/main" id="{58297BEA-3B01-0D5D-E412-04498D99564A}"/>
                    </a:ext>
                  </a:extLst>
                </p:cNvPr>
                <p:cNvSpPr/>
                <p:nvPr/>
              </p:nvSpPr>
              <p:spPr>
                <a:xfrm rot="7200000">
                  <a:off x="1318069" y="403961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6" name="Rectangle 92">
                  <a:extLst>
                    <a:ext uri="{FF2B5EF4-FFF2-40B4-BE49-F238E27FC236}">
                      <a16:creationId xmlns:a16="http://schemas.microsoft.com/office/drawing/2014/main" id="{5849D710-51FF-C145-FBC7-A9D779829E9B}"/>
                    </a:ext>
                  </a:extLst>
                </p:cNvPr>
                <p:cNvSpPr/>
                <p:nvPr/>
              </p:nvSpPr>
              <p:spPr>
                <a:xfrm rot="8100000">
                  <a:off x="6692259" y="3332094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7" name="Rectangle 93">
                  <a:extLst>
                    <a:ext uri="{FF2B5EF4-FFF2-40B4-BE49-F238E27FC236}">
                      <a16:creationId xmlns:a16="http://schemas.microsoft.com/office/drawing/2014/main" id="{596764D0-D3E9-1A02-1103-6DA3DF3B249D}"/>
                    </a:ext>
                  </a:extLst>
                </p:cNvPr>
                <p:cNvSpPr/>
                <p:nvPr/>
              </p:nvSpPr>
              <p:spPr>
                <a:xfrm rot="8100000">
                  <a:off x="1224922" y="3332094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8" name="Rectangle 94">
                  <a:extLst>
                    <a:ext uri="{FF2B5EF4-FFF2-40B4-BE49-F238E27FC236}">
                      <a16:creationId xmlns:a16="http://schemas.microsoft.com/office/drawing/2014/main" id="{09B9BB4B-E55A-ED3C-A68C-CCFCDDA8328F}"/>
                    </a:ext>
                  </a:extLst>
                </p:cNvPr>
                <p:cNvSpPr/>
                <p:nvPr/>
              </p:nvSpPr>
              <p:spPr>
                <a:xfrm rot="9000000">
                  <a:off x="6599111" y="403961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9" name="Rectangle 95">
                  <a:extLst>
                    <a:ext uri="{FF2B5EF4-FFF2-40B4-BE49-F238E27FC236}">
                      <a16:creationId xmlns:a16="http://schemas.microsoft.com/office/drawing/2014/main" id="{9FF6A97E-F5EF-185A-732B-8BE2BEB4C518}"/>
                    </a:ext>
                  </a:extLst>
                </p:cNvPr>
                <p:cNvSpPr/>
                <p:nvPr/>
              </p:nvSpPr>
              <p:spPr>
                <a:xfrm rot="9000000">
                  <a:off x="1318069" y="262456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0" name="Rectangle 96">
                  <a:extLst>
                    <a:ext uri="{FF2B5EF4-FFF2-40B4-BE49-F238E27FC236}">
                      <a16:creationId xmlns:a16="http://schemas.microsoft.com/office/drawing/2014/main" id="{4208033F-06E5-1539-095F-497C03E4582A}"/>
                    </a:ext>
                  </a:extLst>
                </p:cNvPr>
                <p:cNvSpPr/>
                <p:nvPr/>
              </p:nvSpPr>
              <p:spPr>
                <a:xfrm rot="9900000">
                  <a:off x="6326016" y="469892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1" name="Rectangle 97">
                  <a:extLst>
                    <a:ext uri="{FF2B5EF4-FFF2-40B4-BE49-F238E27FC236}">
                      <a16:creationId xmlns:a16="http://schemas.microsoft.com/office/drawing/2014/main" id="{8F76CE29-D4C0-0D09-7E94-F24CDAF26FE1}"/>
                    </a:ext>
                  </a:extLst>
                </p:cNvPr>
                <p:cNvSpPr/>
                <p:nvPr/>
              </p:nvSpPr>
              <p:spPr>
                <a:xfrm rot="9900000">
                  <a:off x="1591164" y="196525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2" name="Rectangle 98">
                  <a:extLst>
                    <a:ext uri="{FF2B5EF4-FFF2-40B4-BE49-F238E27FC236}">
                      <a16:creationId xmlns:a16="http://schemas.microsoft.com/office/drawing/2014/main" id="{BB03DEFA-FABB-A163-9984-04C6343BF794}"/>
                    </a:ext>
                  </a:extLst>
                </p:cNvPr>
                <p:cNvSpPr/>
                <p:nvPr/>
              </p:nvSpPr>
              <p:spPr>
                <a:xfrm rot="10800000">
                  <a:off x="5891586" y="526508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3" name="Rectangle 99">
                  <a:extLst>
                    <a:ext uri="{FF2B5EF4-FFF2-40B4-BE49-F238E27FC236}">
                      <a16:creationId xmlns:a16="http://schemas.microsoft.com/office/drawing/2014/main" id="{6A1D38A4-4E6C-9217-47B0-084D4F8E7344}"/>
                    </a:ext>
                  </a:extLst>
                </p:cNvPr>
                <p:cNvSpPr/>
                <p:nvPr/>
              </p:nvSpPr>
              <p:spPr>
                <a:xfrm rot="10800000">
                  <a:off x="2025594" y="139909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4" name="Rectangle 100">
                  <a:extLst>
                    <a:ext uri="{FF2B5EF4-FFF2-40B4-BE49-F238E27FC236}">
                      <a16:creationId xmlns:a16="http://schemas.microsoft.com/office/drawing/2014/main" id="{5E19B033-8FF6-95E3-41CC-558281C4AAA4}"/>
                    </a:ext>
                  </a:extLst>
                </p:cNvPr>
                <p:cNvSpPr/>
                <p:nvPr/>
              </p:nvSpPr>
              <p:spPr>
                <a:xfrm rot="11700000">
                  <a:off x="5325424" y="5699520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5" name="Rectangle 101">
                  <a:extLst>
                    <a:ext uri="{FF2B5EF4-FFF2-40B4-BE49-F238E27FC236}">
                      <a16:creationId xmlns:a16="http://schemas.microsoft.com/office/drawing/2014/main" id="{27AD3817-F751-5AA3-8874-F5C0A17D6843}"/>
                    </a:ext>
                  </a:extLst>
                </p:cNvPr>
                <p:cNvSpPr/>
                <p:nvPr/>
              </p:nvSpPr>
              <p:spPr>
                <a:xfrm rot="11700000">
                  <a:off x="2591756" y="964667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6" name="Rectangle 102">
                  <a:extLst>
                    <a:ext uri="{FF2B5EF4-FFF2-40B4-BE49-F238E27FC236}">
                      <a16:creationId xmlns:a16="http://schemas.microsoft.com/office/drawing/2014/main" id="{5E2C7698-B8D8-46D0-2192-84622A1B3722}"/>
                    </a:ext>
                  </a:extLst>
                </p:cNvPr>
                <p:cNvSpPr/>
                <p:nvPr/>
              </p:nvSpPr>
              <p:spPr>
                <a:xfrm rot="12600000">
                  <a:off x="4666115" y="597261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7" name="Rectangle 103">
                  <a:extLst>
                    <a:ext uri="{FF2B5EF4-FFF2-40B4-BE49-F238E27FC236}">
                      <a16:creationId xmlns:a16="http://schemas.microsoft.com/office/drawing/2014/main" id="{7258F70E-D7D9-C6BA-BAF0-E2D3D76C8A88}"/>
                    </a:ext>
                  </a:extLst>
                </p:cNvPr>
                <p:cNvSpPr/>
                <p:nvPr/>
              </p:nvSpPr>
              <p:spPr>
                <a:xfrm rot="12600000">
                  <a:off x="3251065" y="69157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E3522076-8E83-7E3C-8AA9-5CC70210140E}"/>
                  </a:ext>
                </a:extLst>
              </p:cNvPr>
              <p:cNvGrpSpPr/>
              <p:nvPr/>
            </p:nvGrpSpPr>
            <p:grpSpPr>
              <a:xfrm>
                <a:off x="3328637" y="659745"/>
                <a:ext cx="5518640" cy="5518638"/>
                <a:chOff x="3477279" y="808386"/>
                <a:chExt cx="5221355" cy="5221355"/>
              </a:xfrm>
              <a:grpFill/>
            </p:grpSpPr>
            <p:sp>
              <p:nvSpPr>
                <p:cNvPr id="10" name="Freeform: Shape 267">
                  <a:extLst>
                    <a:ext uri="{FF2B5EF4-FFF2-40B4-BE49-F238E27FC236}">
                      <a16:creationId xmlns:a16="http://schemas.microsoft.com/office/drawing/2014/main" id="{40AADF86-260D-D96F-72AA-361FEA6D61C3}"/>
                    </a:ext>
                  </a:extLst>
                </p:cNvPr>
                <p:cNvSpPr/>
                <p:nvPr/>
              </p:nvSpPr>
              <p:spPr>
                <a:xfrm>
                  <a:off x="6065098" y="808386"/>
                  <a:ext cx="45718" cy="353859"/>
                </a:xfrm>
                <a:custGeom>
                  <a:avLst/>
                  <a:gdLst>
                    <a:gd name="connsiteX0" fmla="*/ 0 w 45718"/>
                    <a:gd name="connsiteY0" fmla="*/ 0 h 353859"/>
                    <a:gd name="connsiteX1" fmla="*/ 45718 w 45718"/>
                    <a:gd name="connsiteY1" fmla="*/ 0 h 353859"/>
                    <a:gd name="connsiteX2" fmla="*/ 45718 w 45718"/>
                    <a:gd name="connsiteY2" fmla="*/ 353576 h 353859"/>
                    <a:gd name="connsiteX3" fmla="*/ 25658 w 45718"/>
                    <a:gd name="connsiteY3" fmla="*/ 352563 h 353859"/>
                    <a:gd name="connsiteX4" fmla="*/ 0 w 45718"/>
                    <a:gd name="connsiteY4" fmla="*/ 353859 h 353859"/>
                    <a:gd name="connsiteX5" fmla="*/ 0 w 45718"/>
                    <a:gd name="connsiteY5" fmla="*/ 0 h 353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8" h="353859">
                      <a:moveTo>
                        <a:pt x="0" y="0"/>
                      </a:moveTo>
                      <a:lnTo>
                        <a:pt x="45718" y="0"/>
                      </a:lnTo>
                      <a:lnTo>
                        <a:pt x="45718" y="353576"/>
                      </a:lnTo>
                      <a:lnTo>
                        <a:pt x="25658" y="352563"/>
                      </a:lnTo>
                      <a:lnTo>
                        <a:pt x="0" y="35385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" name="Freeform: Shape 268">
                  <a:extLst>
                    <a:ext uri="{FF2B5EF4-FFF2-40B4-BE49-F238E27FC236}">
                      <a16:creationId xmlns:a16="http://schemas.microsoft.com/office/drawing/2014/main" id="{E475C65C-FE2E-139E-5970-A7DE8CF57D83}"/>
                    </a:ext>
                  </a:extLst>
                </p:cNvPr>
                <p:cNvSpPr/>
                <p:nvPr/>
              </p:nvSpPr>
              <p:spPr>
                <a:xfrm>
                  <a:off x="5390183" y="891424"/>
                  <a:ext cx="136202" cy="354886"/>
                </a:xfrm>
                <a:custGeom>
                  <a:avLst/>
                  <a:gdLst>
                    <a:gd name="connsiteX0" fmla="*/ 44161 w 136202"/>
                    <a:gd name="connsiteY0" fmla="*/ 0 h 354886"/>
                    <a:gd name="connsiteX1" fmla="*/ 136202 w 136202"/>
                    <a:gd name="connsiteY1" fmla="*/ 343500 h 354886"/>
                    <a:gd name="connsiteX2" fmla="*/ 91921 w 136202"/>
                    <a:gd name="connsiteY2" fmla="*/ 354886 h 354886"/>
                    <a:gd name="connsiteX3" fmla="*/ 0 w 136202"/>
                    <a:gd name="connsiteY3" fmla="*/ 11833 h 354886"/>
                    <a:gd name="connsiteX4" fmla="*/ 44161 w 136202"/>
                    <a:gd name="connsiteY4" fmla="*/ 0 h 354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6">
                      <a:moveTo>
                        <a:pt x="44161" y="0"/>
                      </a:moveTo>
                      <a:lnTo>
                        <a:pt x="136202" y="343500"/>
                      </a:lnTo>
                      <a:lnTo>
                        <a:pt x="91921" y="354886"/>
                      </a:lnTo>
                      <a:lnTo>
                        <a:pt x="0" y="11833"/>
                      </a:lnTo>
                      <a:lnTo>
                        <a:pt x="441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" name="Freeform: Shape 269">
                  <a:extLst>
                    <a:ext uri="{FF2B5EF4-FFF2-40B4-BE49-F238E27FC236}">
                      <a16:creationId xmlns:a16="http://schemas.microsoft.com/office/drawing/2014/main" id="{4CFDB046-EBBE-4023-D3D8-FE6D35634588}"/>
                    </a:ext>
                  </a:extLst>
                </p:cNvPr>
                <p:cNvSpPr/>
                <p:nvPr/>
              </p:nvSpPr>
              <p:spPr>
                <a:xfrm>
                  <a:off x="6649891" y="891425"/>
                  <a:ext cx="135841" cy="353538"/>
                </a:xfrm>
                <a:custGeom>
                  <a:avLst/>
                  <a:gdLst>
                    <a:gd name="connsiteX0" fmla="*/ 91679 w 135841"/>
                    <a:gd name="connsiteY0" fmla="*/ 0 h 353538"/>
                    <a:gd name="connsiteX1" fmla="*/ 135841 w 135841"/>
                    <a:gd name="connsiteY1" fmla="*/ 11833 h 353538"/>
                    <a:gd name="connsiteX2" fmla="*/ 44281 w 135841"/>
                    <a:gd name="connsiteY2" fmla="*/ 353538 h 353538"/>
                    <a:gd name="connsiteX3" fmla="*/ 0 w 135841"/>
                    <a:gd name="connsiteY3" fmla="*/ 342153 h 353538"/>
                    <a:gd name="connsiteX4" fmla="*/ 91679 w 135841"/>
                    <a:gd name="connsiteY4" fmla="*/ 0 h 3535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1" h="353538">
                      <a:moveTo>
                        <a:pt x="91679" y="0"/>
                      </a:moveTo>
                      <a:lnTo>
                        <a:pt x="135841" y="11833"/>
                      </a:lnTo>
                      <a:lnTo>
                        <a:pt x="44281" y="353538"/>
                      </a:lnTo>
                      <a:lnTo>
                        <a:pt x="0" y="342153"/>
                      </a:lnTo>
                      <a:lnTo>
                        <a:pt x="9167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" name="Freeform: Shape 270">
                  <a:extLst>
                    <a:ext uri="{FF2B5EF4-FFF2-40B4-BE49-F238E27FC236}">
                      <a16:creationId xmlns:a16="http://schemas.microsoft.com/office/drawing/2014/main" id="{3DBDEC9C-273F-BE1D-E450-CC1B2A0CF759}"/>
                    </a:ext>
                  </a:extLst>
                </p:cNvPr>
                <p:cNvSpPr/>
                <p:nvPr/>
              </p:nvSpPr>
              <p:spPr>
                <a:xfrm>
                  <a:off x="4762821" y="1146720"/>
                  <a:ext cx="217217" cy="331395"/>
                </a:xfrm>
                <a:custGeom>
                  <a:avLst/>
                  <a:gdLst>
                    <a:gd name="connsiteX0" fmla="*/ 39595 w 217217"/>
                    <a:gd name="connsiteY0" fmla="*/ 0 h 331395"/>
                    <a:gd name="connsiteX1" fmla="*/ 217217 w 217217"/>
                    <a:gd name="connsiteY1" fmla="*/ 307651 h 331395"/>
                    <a:gd name="connsiteX2" fmla="*/ 178133 w 217217"/>
                    <a:gd name="connsiteY2" fmla="*/ 331395 h 331395"/>
                    <a:gd name="connsiteX3" fmla="*/ 0 w 217217"/>
                    <a:gd name="connsiteY3" fmla="*/ 22860 h 331395"/>
                    <a:gd name="connsiteX4" fmla="*/ 39595 w 217217"/>
                    <a:gd name="connsiteY4" fmla="*/ 0 h 331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5">
                      <a:moveTo>
                        <a:pt x="39595" y="0"/>
                      </a:moveTo>
                      <a:lnTo>
                        <a:pt x="217217" y="307651"/>
                      </a:lnTo>
                      <a:lnTo>
                        <a:pt x="178133" y="331395"/>
                      </a:lnTo>
                      <a:lnTo>
                        <a:pt x="0" y="22860"/>
                      </a:lnTo>
                      <a:lnTo>
                        <a:pt x="3959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" name="Freeform: Shape 271">
                  <a:extLst>
                    <a:ext uri="{FF2B5EF4-FFF2-40B4-BE49-F238E27FC236}">
                      <a16:creationId xmlns:a16="http://schemas.microsoft.com/office/drawing/2014/main" id="{52EB6A89-51EF-8E7C-1D00-27C0DBA59662}"/>
                    </a:ext>
                  </a:extLst>
                </p:cNvPr>
                <p:cNvSpPr/>
                <p:nvPr/>
              </p:nvSpPr>
              <p:spPr>
                <a:xfrm>
                  <a:off x="7197332" y="1146719"/>
                  <a:ext cx="215761" cy="328876"/>
                </a:xfrm>
                <a:custGeom>
                  <a:avLst/>
                  <a:gdLst>
                    <a:gd name="connsiteX0" fmla="*/ 176169 w 215761"/>
                    <a:gd name="connsiteY0" fmla="*/ 0 h 328876"/>
                    <a:gd name="connsiteX1" fmla="*/ 215761 w 215761"/>
                    <a:gd name="connsiteY1" fmla="*/ 22859 h 328876"/>
                    <a:gd name="connsiteX2" fmla="*/ 39082 w 215761"/>
                    <a:gd name="connsiteY2" fmla="*/ 328876 h 328876"/>
                    <a:gd name="connsiteX3" fmla="*/ 0 w 215761"/>
                    <a:gd name="connsiteY3" fmla="*/ 305133 h 328876"/>
                    <a:gd name="connsiteX4" fmla="*/ 176169 w 215761"/>
                    <a:gd name="connsiteY4" fmla="*/ 0 h 3288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1" h="328876">
                      <a:moveTo>
                        <a:pt x="176169" y="0"/>
                      </a:moveTo>
                      <a:lnTo>
                        <a:pt x="215761" y="22859"/>
                      </a:lnTo>
                      <a:lnTo>
                        <a:pt x="39082" y="328876"/>
                      </a:lnTo>
                      <a:lnTo>
                        <a:pt x="0" y="305133"/>
                      </a:lnTo>
                      <a:lnTo>
                        <a:pt x="17616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" name="Freeform: Shape 272">
                  <a:extLst>
                    <a:ext uri="{FF2B5EF4-FFF2-40B4-BE49-F238E27FC236}">
                      <a16:creationId xmlns:a16="http://schemas.microsoft.com/office/drawing/2014/main" id="{12823B2C-6265-43AF-0D8D-F3D1581A0B7B}"/>
                    </a:ext>
                  </a:extLst>
                </p:cNvPr>
                <p:cNvSpPr/>
                <p:nvPr/>
              </p:nvSpPr>
              <p:spPr>
                <a:xfrm>
                  <a:off x="4225764" y="1556870"/>
                  <a:ext cx="283734" cy="283868"/>
                </a:xfrm>
                <a:custGeom>
                  <a:avLst/>
                  <a:gdLst>
                    <a:gd name="connsiteX0" fmla="*/ 32328 w 283734"/>
                    <a:gd name="connsiteY0" fmla="*/ 0 h 283868"/>
                    <a:gd name="connsiteX1" fmla="*/ 283734 w 283734"/>
                    <a:gd name="connsiteY1" fmla="*/ 251406 h 283868"/>
                    <a:gd name="connsiteX2" fmla="*/ 268266 w 283734"/>
                    <a:gd name="connsiteY2" fmla="*/ 265464 h 283868"/>
                    <a:gd name="connsiteX3" fmla="*/ 251540 w 283734"/>
                    <a:gd name="connsiteY3" fmla="*/ 283868 h 283868"/>
                    <a:gd name="connsiteX4" fmla="*/ 0 w 283734"/>
                    <a:gd name="connsiteY4" fmla="*/ 32328 h 283868"/>
                    <a:gd name="connsiteX5" fmla="*/ 32328 w 283734"/>
                    <a:gd name="connsiteY5" fmla="*/ 0 h 283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4" h="283868">
                      <a:moveTo>
                        <a:pt x="32328" y="0"/>
                      </a:moveTo>
                      <a:lnTo>
                        <a:pt x="283734" y="251406"/>
                      </a:lnTo>
                      <a:lnTo>
                        <a:pt x="268266" y="265464"/>
                      </a:lnTo>
                      <a:lnTo>
                        <a:pt x="251540" y="283868"/>
                      </a:lnTo>
                      <a:lnTo>
                        <a:pt x="0" y="32328"/>
                      </a:lnTo>
                      <a:lnTo>
                        <a:pt x="3232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Freeform: Shape 273">
                  <a:extLst>
                    <a:ext uri="{FF2B5EF4-FFF2-40B4-BE49-F238E27FC236}">
                      <a16:creationId xmlns:a16="http://schemas.microsoft.com/office/drawing/2014/main" id="{435B6CB2-204B-1F94-A4DD-AD3E27B5EC20}"/>
                    </a:ext>
                  </a:extLst>
                </p:cNvPr>
                <p:cNvSpPr/>
                <p:nvPr/>
              </p:nvSpPr>
              <p:spPr>
                <a:xfrm>
                  <a:off x="7669082" y="1556870"/>
                  <a:ext cx="281068" cy="280936"/>
                </a:xfrm>
                <a:custGeom>
                  <a:avLst/>
                  <a:gdLst>
                    <a:gd name="connsiteX0" fmla="*/ 248740 w 281068"/>
                    <a:gd name="connsiteY0" fmla="*/ 0 h 280936"/>
                    <a:gd name="connsiteX1" fmla="*/ 281068 w 281068"/>
                    <a:gd name="connsiteY1" fmla="*/ 32329 h 280936"/>
                    <a:gd name="connsiteX2" fmla="*/ 32462 w 281068"/>
                    <a:gd name="connsiteY2" fmla="*/ 280936 h 280936"/>
                    <a:gd name="connsiteX3" fmla="*/ 18400 w 281068"/>
                    <a:gd name="connsiteY3" fmla="*/ 265464 h 280936"/>
                    <a:gd name="connsiteX4" fmla="*/ 0 w 281068"/>
                    <a:gd name="connsiteY4" fmla="*/ 248741 h 280936"/>
                    <a:gd name="connsiteX5" fmla="*/ 248740 w 281068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68" h="280936">
                      <a:moveTo>
                        <a:pt x="248740" y="0"/>
                      </a:moveTo>
                      <a:lnTo>
                        <a:pt x="281068" y="32329"/>
                      </a:lnTo>
                      <a:lnTo>
                        <a:pt x="32462" y="280936"/>
                      </a:lnTo>
                      <a:lnTo>
                        <a:pt x="18400" y="265464"/>
                      </a:lnTo>
                      <a:lnTo>
                        <a:pt x="0" y="248741"/>
                      </a:lnTo>
                      <a:lnTo>
                        <a:pt x="24874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Freeform: Shape 274">
                  <a:extLst>
                    <a:ext uri="{FF2B5EF4-FFF2-40B4-BE49-F238E27FC236}">
                      <a16:creationId xmlns:a16="http://schemas.microsoft.com/office/drawing/2014/main" id="{E0E6E682-D876-6348-575F-D4785A392888}"/>
                    </a:ext>
                  </a:extLst>
                </p:cNvPr>
                <p:cNvSpPr/>
                <p:nvPr/>
              </p:nvSpPr>
              <p:spPr>
                <a:xfrm>
                  <a:off x="3815614" y="2093927"/>
                  <a:ext cx="332209" cy="217687"/>
                </a:xfrm>
                <a:custGeom>
                  <a:avLst/>
                  <a:gdLst>
                    <a:gd name="connsiteX0" fmla="*/ 22860 w 332209"/>
                    <a:gd name="connsiteY0" fmla="*/ 0 h 217687"/>
                    <a:gd name="connsiteX1" fmla="*/ 332209 w 332209"/>
                    <a:gd name="connsiteY1" fmla="*/ 178603 h 217687"/>
                    <a:gd name="connsiteX2" fmla="*/ 308465 w 332209"/>
                    <a:gd name="connsiteY2" fmla="*/ 217687 h 217687"/>
                    <a:gd name="connsiteX3" fmla="*/ 0 w 332209"/>
                    <a:gd name="connsiteY3" fmla="*/ 39594 h 217687"/>
                    <a:gd name="connsiteX4" fmla="*/ 22860 w 332209"/>
                    <a:gd name="connsiteY4" fmla="*/ 0 h 2176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09" h="217687">
                      <a:moveTo>
                        <a:pt x="22860" y="0"/>
                      </a:moveTo>
                      <a:lnTo>
                        <a:pt x="332209" y="178603"/>
                      </a:lnTo>
                      <a:lnTo>
                        <a:pt x="308465" y="217687"/>
                      </a:lnTo>
                      <a:lnTo>
                        <a:pt x="0" y="39594"/>
                      </a:lnTo>
                      <a:lnTo>
                        <a:pt x="2286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Freeform: Shape 275">
                  <a:extLst>
                    <a:ext uri="{FF2B5EF4-FFF2-40B4-BE49-F238E27FC236}">
                      <a16:creationId xmlns:a16="http://schemas.microsoft.com/office/drawing/2014/main" id="{391B1B04-B568-D9C8-C017-2DAE2736FF5E}"/>
                    </a:ext>
                  </a:extLst>
                </p:cNvPr>
                <p:cNvSpPr/>
                <p:nvPr/>
              </p:nvSpPr>
              <p:spPr>
                <a:xfrm>
                  <a:off x="8032238" y="2093927"/>
                  <a:ext cx="328063" cy="215292"/>
                </a:xfrm>
                <a:custGeom>
                  <a:avLst/>
                  <a:gdLst>
                    <a:gd name="connsiteX0" fmla="*/ 305203 w 328063"/>
                    <a:gd name="connsiteY0" fmla="*/ 0 h 215292"/>
                    <a:gd name="connsiteX1" fmla="*/ 328063 w 328063"/>
                    <a:gd name="connsiteY1" fmla="*/ 39593 h 215292"/>
                    <a:gd name="connsiteX2" fmla="*/ 23743 w 328063"/>
                    <a:gd name="connsiteY2" fmla="*/ 215292 h 215292"/>
                    <a:gd name="connsiteX3" fmla="*/ 0 w 328063"/>
                    <a:gd name="connsiteY3" fmla="*/ 176209 h 215292"/>
                    <a:gd name="connsiteX4" fmla="*/ 305203 w 328063"/>
                    <a:gd name="connsiteY4" fmla="*/ 0 h 215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3" h="215292">
                      <a:moveTo>
                        <a:pt x="305203" y="0"/>
                      </a:moveTo>
                      <a:lnTo>
                        <a:pt x="328063" y="39593"/>
                      </a:lnTo>
                      <a:lnTo>
                        <a:pt x="23743" y="215292"/>
                      </a:lnTo>
                      <a:lnTo>
                        <a:pt x="0" y="176209"/>
                      </a:lnTo>
                      <a:lnTo>
                        <a:pt x="30520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Freeform: Shape 276">
                  <a:extLst>
                    <a:ext uri="{FF2B5EF4-FFF2-40B4-BE49-F238E27FC236}">
                      <a16:creationId xmlns:a16="http://schemas.microsoft.com/office/drawing/2014/main" id="{9F6CDBD6-A13A-D298-180B-2714DFF01A55}"/>
                    </a:ext>
                  </a:extLst>
                </p:cNvPr>
                <p:cNvSpPr/>
                <p:nvPr/>
              </p:nvSpPr>
              <p:spPr>
                <a:xfrm>
                  <a:off x="3560320" y="2721289"/>
                  <a:ext cx="356833" cy="136723"/>
                </a:xfrm>
                <a:custGeom>
                  <a:avLst/>
                  <a:gdLst>
                    <a:gd name="connsiteX0" fmla="*/ 11833 w 356833"/>
                    <a:gd name="connsiteY0" fmla="*/ 0 h 136723"/>
                    <a:gd name="connsiteX1" fmla="*/ 356833 w 356833"/>
                    <a:gd name="connsiteY1" fmla="*/ 92443 h 136723"/>
                    <a:gd name="connsiteX2" fmla="*/ 345447 w 356833"/>
                    <a:gd name="connsiteY2" fmla="*/ 136723 h 136723"/>
                    <a:gd name="connsiteX3" fmla="*/ 0 w 356833"/>
                    <a:gd name="connsiteY3" fmla="*/ 44161 h 136723"/>
                    <a:gd name="connsiteX4" fmla="*/ 11833 w 356833"/>
                    <a:gd name="connsiteY4" fmla="*/ 0 h 136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3" h="136723">
                      <a:moveTo>
                        <a:pt x="11833" y="0"/>
                      </a:moveTo>
                      <a:lnTo>
                        <a:pt x="356833" y="92443"/>
                      </a:lnTo>
                      <a:lnTo>
                        <a:pt x="345447" y="136723"/>
                      </a:lnTo>
                      <a:lnTo>
                        <a:pt x="0" y="44161"/>
                      </a:lnTo>
                      <a:lnTo>
                        <a:pt x="1183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Freeform: Shape 277">
                  <a:extLst>
                    <a:ext uri="{FF2B5EF4-FFF2-40B4-BE49-F238E27FC236}">
                      <a16:creationId xmlns:a16="http://schemas.microsoft.com/office/drawing/2014/main" id="{EA1D1763-506A-86D0-1E2A-749F4B3C687F}"/>
                    </a:ext>
                  </a:extLst>
                </p:cNvPr>
                <p:cNvSpPr/>
                <p:nvPr/>
              </p:nvSpPr>
              <p:spPr>
                <a:xfrm>
                  <a:off x="8264000" y="2721289"/>
                  <a:ext cx="351595" cy="135321"/>
                </a:xfrm>
                <a:custGeom>
                  <a:avLst/>
                  <a:gdLst>
                    <a:gd name="connsiteX0" fmla="*/ 339761 w 351595"/>
                    <a:gd name="connsiteY0" fmla="*/ 0 h 135321"/>
                    <a:gd name="connsiteX1" fmla="*/ 351595 w 351595"/>
                    <a:gd name="connsiteY1" fmla="*/ 44162 h 135321"/>
                    <a:gd name="connsiteX2" fmla="*/ 11386 w 351595"/>
                    <a:gd name="connsiteY2" fmla="*/ 135321 h 135321"/>
                    <a:gd name="connsiteX3" fmla="*/ 0 w 351595"/>
                    <a:gd name="connsiteY3" fmla="*/ 91039 h 135321"/>
                    <a:gd name="connsiteX4" fmla="*/ 339761 w 351595"/>
                    <a:gd name="connsiteY4" fmla="*/ 0 h 135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1">
                      <a:moveTo>
                        <a:pt x="339761" y="0"/>
                      </a:moveTo>
                      <a:lnTo>
                        <a:pt x="351595" y="44162"/>
                      </a:lnTo>
                      <a:lnTo>
                        <a:pt x="11386" y="135321"/>
                      </a:lnTo>
                      <a:lnTo>
                        <a:pt x="0" y="91039"/>
                      </a:lnTo>
                      <a:lnTo>
                        <a:pt x="3397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Freeform: Shape 278">
                  <a:extLst>
                    <a:ext uri="{FF2B5EF4-FFF2-40B4-BE49-F238E27FC236}">
                      <a16:creationId xmlns:a16="http://schemas.microsoft.com/office/drawing/2014/main" id="{0C034A39-429B-35AB-4C66-1D497CB3E643}"/>
                    </a:ext>
                  </a:extLst>
                </p:cNvPr>
                <p:cNvSpPr/>
                <p:nvPr/>
              </p:nvSpPr>
              <p:spPr>
                <a:xfrm>
                  <a:off x="3477279" y="3396204"/>
                  <a:ext cx="356521" cy="45719"/>
                </a:xfrm>
                <a:custGeom>
                  <a:avLst/>
                  <a:gdLst>
                    <a:gd name="connsiteX0" fmla="*/ 356520 w 356521"/>
                    <a:gd name="connsiteY0" fmla="*/ 0 h 45719"/>
                    <a:gd name="connsiteX1" fmla="*/ 355366 w 356521"/>
                    <a:gd name="connsiteY1" fmla="*/ 22857 h 45719"/>
                    <a:gd name="connsiteX2" fmla="*/ 356521 w 356521"/>
                    <a:gd name="connsiteY2" fmla="*/ 45719 h 45719"/>
                    <a:gd name="connsiteX3" fmla="*/ 1 w 356521"/>
                    <a:gd name="connsiteY3" fmla="*/ 45719 h 45719"/>
                    <a:gd name="connsiteX4" fmla="*/ 0 w 356521"/>
                    <a:gd name="connsiteY4" fmla="*/ 0 h 45719"/>
                    <a:gd name="connsiteX5" fmla="*/ 356520 w 356521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6521" h="45719">
                      <a:moveTo>
                        <a:pt x="356520" y="0"/>
                      </a:moveTo>
                      <a:lnTo>
                        <a:pt x="355366" y="22857"/>
                      </a:lnTo>
                      <a:lnTo>
                        <a:pt x="356521" y="45719"/>
                      </a:lnTo>
                      <a:lnTo>
                        <a:pt x="1" y="45719"/>
                      </a:lnTo>
                      <a:lnTo>
                        <a:pt x="0" y="0"/>
                      </a:lnTo>
                      <a:lnTo>
                        <a:pt x="35652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Freeform: Shape 279">
                  <a:extLst>
                    <a:ext uri="{FF2B5EF4-FFF2-40B4-BE49-F238E27FC236}">
                      <a16:creationId xmlns:a16="http://schemas.microsoft.com/office/drawing/2014/main" id="{19DF8469-32F2-10E4-6A18-E9099561CD91}"/>
                    </a:ext>
                  </a:extLst>
                </p:cNvPr>
                <p:cNvSpPr/>
                <p:nvPr/>
              </p:nvSpPr>
              <p:spPr>
                <a:xfrm>
                  <a:off x="8347714" y="3396204"/>
                  <a:ext cx="350920" cy="45719"/>
                </a:xfrm>
                <a:custGeom>
                  <a:avLst/>
                  <a:gdLst>
                    <a:gd name="connsiteX0" fmla="*/ 0 w 350920"/>
                    <a:gd name="connsiteY0" fmla="*/ 0 h 45719"/>
                    <a:gd name="connsiteX1" fmla="*/ 350920 w 350920"/>
                    <a:gd name="connsiteY1" fmla="*/ 0 h 45719"/>
                    <a:gd name="connsiteX2" fmla="*/ 350920 w 350920"/>
                    <a:gd name="connsiteY2" fmla="*/ 45719 h 45719"/>
                    <a:gd name="connsiteX3" fmla="*/ 0 w 350920"/>
                    <a:gd name="connsiteY3" fmla="*/ 45719 h 45719"/>
                    <a:gd name="connsiteX4" fmla="*/ 1154 w 350920"/>
                    <a:gd name="connsiteY4" fmla="*/ 22857 h 45719"/>
                    <a:gd name="connsiteX5" fmla="*/ 0 w 350920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0920" h="45719">
                      <a:moveTo>
                        <a:pt x="0" y="0"/>
                      </a:moveTo>
                      <a:lnTo>
                        <a:pt x="350920" y="0"/>
                      </a:lnTo>
                      <a:lnTo>
                        <a:pt x="350920" y="45719"/>
                      </a:lnTo>
                      <a:lnTo>
                        <a:pt x="0" y="45719"/>
                      </a:lnTo>
                      <a:lnTo>
                        <a:pt x="1154" y="2285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Freeform: Shape 280">
                  <a:extLst>
                    <a:ext uri="{FF2B5EF4-FFF2-40B4-BE49-F238E27FC236}">
                      <a16:creationId xmlns:a16="http://schemas.microsoft.com/office/drawing/2014/main" id="{658B5C61-5233-833C-AC2A-31B13CBF6EE0}"/>
                    </a:ext>
                  </a:extLst>
                </p:cNvPr>
                <p:cNvSpPr/>
                <p:nvPr/>
              </p:nvSpPr>
              <p:spPr>
                <a:xfrm>
                  <a:off x="3560319" y="3980112"/>
                  <a:ext cx="356835" cy="136724"/>
                </a:xfrm>
                <a:custGeom>
                  <a:avLst/>
                  <a:gdLst>
                    <a:gd name="connsiteX0" fmla="*/ 345449 w 356835"/>
                    <a:gd name="connsiteY0" fmla="*/ 0 h 136724"/>
                    <a:gd name="connsiteX1" fmla="*/ 356835 w 356835"/>
                    <a:gd name="connsiteY1" fmla="*/ 44281 h 136724"/>
                    <a:gd name="connsiteX2" fmla="*/ 11833 w 356835"/>
                    <a:gd name="connsiteY2" fmla="*/ 136724 h 136724"/>
                    <a:gd name="connsiteX3" fmla="*/ 0 w 356835"/>
                    <a:gd name="connsiteY3" fmla="*/ 92563 h 136724"/>
                    <a:gd name="connsiteX4" fmla="*/ 345449 w 356835"/>
                    <a:gd name="connsiteY4" fmla="*/ 0 h 136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5" h="136724">
                      <a:moveTo>
                        <a:pt x="345449" y="0"/>
                      </a:moveTo>
                      <a:lnTo>
                        <a:pt x="356835" y="44281"/>
                      </a:lnTo>
                      <a:lnTo>
                        <a:pt x="11833" y="136724"/>
                      </a:lnTo>
                      <a:lnTo>
                        <a:pt x="0" y="92563"/>
                      </a:lnTo>
                      <a:lnTo>
                        <a:pt x="34544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Freeform: Shape 281">
                  <a:extLst>
                    <a:ext uri="{FF2B5EF4-FFF2-40B4-BE49-F238E27FC236}">
                      <a16:creationId xmlns:a16="http://schemas.microsoft.com/office/drawing/2014/main" id="{5FC49E92-4DD1-3FDA-962B-CFEE63BFE79C}"/>
                    </a:ext>
                  </a:extLst>
                </p:cNvPr>
                <p:cNvSpPr/>
                <p:nvPr/>
              </p:nvSpPr>
              <p:spPr>
                <a:xfrm>
                  <a:off x="8264000" y="3981516"/>
                  <a:ext cx="351595" cy="135320"/>
                </a:xfrm>
                <a:custGeom>
                  <a:avLst/>
                  <a:gdLst>
                    <a:gd name="connsiteX0" fmla="*/ 11385 w 351595"/>
                    <a:gd name="connsiteY0" fmla="*/ 0 h 135320"/>
                    <a:gd name="connsiteX1" fmla="*/ 351595 w 351595"/>
                    <a:gd name="connsiteY1" fmla="*/ 91159 h 135320"/>
                    <a:gd name="connsiteX2" fmla="*/ 339762 w 351595"/>
                    <a:gd name="connsiteY2" fmla="*/ 135320 h 135320"/>
                    <a:gd name="connsiteX3" fmla="*/ 0 w 351595"/>
                    <a:gd name="connsiteY3" fmla="*/ 44281 h 135320"/>
                    <a:gd name="connsiteX4" fmla="*/ 11385 w 351595"/>
                    <a:gd name="connsiteY4" fmla="*/ 0 h 135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0">
                      <a:moveTo>
                        <a:pt x="11385" y="0"/>
                      </a:moveTo>
                      <a:lnTo>
                        <a:pt x="351595" y="91159"/>
                      </a:lnTo>
                      <a:lnTo>
                        <a:pt x="339762" y="135320"/>
                      </a:lnTo>
                      <a:lnTo>
                        <a:pt x="0" y="44281"/>
                      </a:lnTo>
                      <a:lnTo>
                        <a:pt x="1138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Freeform: Shape 282">
                  <a:extLst>
                    <a:ext uri="{FF2B5EF4-FFF2-40B4-BE49-F238E27FC236}">
                      <a16:creationId xmlns:a16="http://schemas.microsoft.com/office/drawing/2014/main" id="{407D56D3-454D-965E-DBDA-A53A134848CE}"/>
                    </a:ext>
                  </a:extLst>
                </p:cNvPr>
                <p:cNvSpPr/>
                <p:nvPr/>
              </p:nvSpPr>
              <p:spPr>
                <a:xfrm>
                  <a:off x="3815614" y="4526511"/>
                  <a:ext cx="332211" cy="217688"/>
                </a:xfrm>
                <a:custGeom>
                  <a:avLst/>
                  <a:gdLst>
                    <a:gd name="connsiteX0" fmla="*/ 308467 w 332211"/>
                    <a:gd name="connsiteY0" fmla="*/ 0 h 217688"/>
                    <a:gd name="connsiteX1" fmla="*/ 332211 w 332211"/>
                    <a:gd name="connsiteY1" fmla="*/ 39084 h 217688"/>
                    <a:gd name="connsiteX2" fmla="*/ 22860 w 332211"/>
                    <a:gd name="connsiteY2" fmla="*/ 217688 h 217688"/>
                    <a:gd name="connsiteX3" fmla="*/ 0 w 332211"/>
                    <a:gd name="connsiteY3" fmla="*/ 178093 h 217688"/>
                    <a:gd name="connsiteX4" fmla="*/ 308467 w 332211"/>
                    <a:gd name="connsiteY4" fmla="*/ 0 h 217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11" h="217688">
                      <a:moveTo>
                        <a:pt x="308467" y="0"/>
                      </a:moveTo>
                      <a:lnTo>
                        <a:pt x="332211" y="39084"/>
                      </a:lnTo>
                      <a:lnTo>
                        <a:pt x="22860" y="217688"/>
                      </a:lnTo>
                      <a:lnTo>
                        <a:pt x="0" y="178093"/>
                      </a:lnTo>
                      <a:lnTo>
                        <a:pt x="30846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Freeform: Shape 283">
                  <a:extLst>
                    <a:ext uri="{FF2B5EF4-FFF2-40B4-BE49-F238E27FC236}">
                      <a16:creationId xmlns:a16="http://schemas.microsoft.com/office/drawing/2014/main" id="{23E2B26E-FEDE-D8B0-3354-934F63D559AA}"/>
                    </a:ext>
                  </a:extLst>
                </p:cNvPr>
                <p:cNvSpPr/>
                <p:nvPr/>
              </p:nvSpPr>
              <p:spPr>
                <a:xfrm>
                  <a:off x="8032234" y="4528904"/>
                  <a:ext cx="328066" cy="215294"/>
                </a:xfrm>
                <a:custGeom>
                  <a:avLst/>
                  <a:gdLst>
                    <a:gd name="connsiteX0" fmla="*/ 23744 w 328066"/>
                    <a:gd name="connsiteY0" fmla="*/ 0 h 215294"/>
                    <a:gd name="connsiteX1" fmla="*/ 328066 w 328066"/>
                    <a:gd name="connsiteY1" fmla="*/ 175700 h 215294"/>
                    <a:gd name="connsiteX2" fmla="*/ 305206 w 328066"/>
                    <a:gd name="connsiteY2" fmla="*/ 215294 h 215294"/>
                    <a:gd name="connsiteX3" fmla="*/ 0 w 328066"/>
                    <a:gd name="connsiteY3" fmla="*/ 39084 h 215294"/>
                    <a:gd name="connsiteX4" fmla="*/ 23744 w 328066"/>
                    <a:gd name="connsiteY4" fmla="*/ 0 h 215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6" h="215294">
                      <a:moveTo>
                        <a:pt x="23744" y="0"/>
                      </a:moveTo>
                      <a:lnTo>
                        <a:pt x="328066" y="175700"/>
                      </a:lnTo>
                      <a:lnTo>
                        <a:pt x="305206" y="215294"/>
                      </a:lnTo>
                      <a:lnTo>
                        <a:pt x="0" y="39084"/>
                      </a:lnTo>
                      <a:lnTo>
                        <a:pt x="2374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Freeform: Shape 284">
                  <a:extLst>
                    <a:ext uri="{FF2B5EF4-FFF2-40B4-BE49-F238E27FC236}">
                      <a16:creationId xmlns:a16="http://schemas.microsoft.com/office/drawing/2014/main" id="{7C958B39-10E8-3D75-34DB-09C2CFF479CC}"/>
                    </a:ext>
                  </a:extLst>
                </p:cNvPr>
                <p:cNvSpPr/>
                <p:nvPr/>
              </p:nvSpPr>
              <p:spPr>
                <a:xfrm>
                  <a:off x="4225765" y="4997386"/>
                  <a:ext cx="283736" cy="283869"/>
                </a:xfrm>
                <a:custGeom>
                  <a:avLst/>
                  <a:gdLst>
                    <a:gd name="connsiteX0" fmla="*/ 251541 w 283736"/>
                    <a:gd name="connsiteY0" fmla="*/ 0 h 283869"/>
                    <a:gd name="connsiteX1" fmla="*/ 268265 w 283736"/>
                    <a:gd name="connsiteY1" fmla="*/ 18401 h 283869"/>
                    <a:gd name="connsiteX2" fmla="*/ 283736 w 283736"/>
                    <a:gd name="connsiteY2" fmla="*/ 32462 h 283869"/>
                    <a:gd name="connsiteX3" fmla="*/ 32328 w 283736"/>
                    <a:gd name="connsiteY3" fmla="*/ 283869 h 283869"/>
                    <a:gd name="connsiteX4" fmla="*/ 0 w 283736"/>
                    <a:gd name="connsiteY4" fmla="*/ 251541 h 283869"/>
                    <a:gd name="connsiteX5" fmla="*/ 251541 w 283736"/>
                    <a:gd name="connsiteY5" fmla="*/ 0 h 283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6" h="283869">
                      <a:moveTo>
                        <a:pt x="251541" y="0"/>
                      </a:moveTo>
                      <a:lnTo>
                        <a:pt x="268265" y="18401"/>
                      </a:lnTo>
                      <a:lnTo>
                        <a:pt x="283736" y="32462"/>
                      </a:lnTo>
                      <a:lnTo>
                        <a:pt x="32328" y="283869"/>
                      </a:lnTo>
                      <a:lnTo>
                        <a:pt x="0" y="251541"/>
                      </a:lnTo>
                      <a:lnTo>
                        <a:pt x="25154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Freeform: Shape 285">
                  <a:extLst>
                    <a:ext uri="{FF2B5EF4-FFF2-40B4-BE49-F238E27FC236}">
                      <a16:creationId xmlns:a16="http://schemas.microsoft.com/office/drawing/2014/main" id="{3B77CAD0-D5CA-E77E-1C0F-DE913A1348FD}"/>
                    </a:ext>
                  </a:extLst>
                </p:cNvPr>
                <p:cNvSpPr/>
                <p:nvPr/>
              </p:nvSpPr>
              <p:spPr>
                <a:xfrm>
                  <a:off x="7669079" y="5000318"/>
                  <a:ext cx="281070" cy="280936"/>
                </a:xfrm>
                <a:custGeom>
                  <a:avLst/>
                  <a:gdLst>
                    <a:gd name="connsiteX0" fmla="*/ 32462 w 281070"/>
                    <a:gd name="connsiteY0" fmla="*/ 0 h 280936"/>
                    <a:gd name="connsiteX1" fmla="*/ 281070 w 281070"/>
                    <a:gd name="connsiteY1" fmla="*/ 248608 h 280936"/>
                    <a:gd name="connsiteX2" fmla="*/ 248742 w 281070"/>
                    <a:gd name="connsiteY2" fmla="*/ 280936 h 280936"/>
                    <a:gd name="connsiteX3" fmla="*/ 0 w 281070"/>
                    <a:gd name="connsiteY3" fmla="*/ 32194 h 280936"/>
                    <a:gd name="connsiteX4" fmla="*/ 18403 w 281070"/>
                    <a:gd name="connsiteY4" fmla="*/ 15468 h 280936"/>
                    <a:gd name="connsiteX5" fmla="*/ 32462 w 281070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70" h="280936">
                      <a:moveTo>
                        <a:pt x="32462" y="0"/>
                      </a:moveTo>
                      <a:lnTo>
                        <a:pt x="281070" y="248608"/>
                      </a:lnTo>
                      <a:lnTo>
                        <a:pt x="248742" y="280936"/>
                      </a:lnTo>
                      <a:lnTo>
                        <a:pt x="0" y="32194"/>
                      </a:lnTo>
                      <a:lnTo>
                        <a:pt x="18403" y="15468"/>
                      </a:lnTo>
                      <a:lnTo>
                        <a:pt x="3246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" name="Freeform: Shape 286">
                  <a:extLst>
                    <a:ext uri="{FF2B5EF4-FFF2-40B4-BE49-F238E27FC236}">
                      <a16:creationId xmlns:a16="http://schemas.microsoft.com/office/drawing/2014/main" id="{8230D13A-1E5C-0164-192F-B86D5ADAE300}"/>
                    </a:ext>
                  </a:extLst>
                </p:cNvPr>
                <p:cNvSpPr/>
                <p:nvPr/>
              </p:nvSpPr>
              <p:spPr>
                <a:xfrm>
                  <a:off x="4762823" y="5360009"/>
                  <a:ext cx="217217" cy="331397"/>
                </a:xfrm>
                <a:custGeom>
                  <a:avLst/>
                  <a:gdLst>
                    <a:gd name="connsiteX0" fmla="*/ 178134 w 217217"/>
                    <a:gd name="connsiteY0" fmla="*/ 0 h 331397"/>
                    <a:gd name="connsiteX1" fmla="*/ 217217 w 217217"/>
                    <a:gd name="connsiteY1" fmla="*/ 23744 h 331397"/>
                    <a:gd name="connsiteX2" fmla="*/ 39593 w 217217"/>
                    <a:gd name="connsiteY2" fmla="*/ 331397 h 331397"/>
                    <a:gd name="connsiteX3" fmla="*/ 0 w 217217"/>
                    <a:gd name="connsiteY3" fmla="*/ 308537 h 331397"/>
                    <a:gd name="connsiteX4" fmla="*/ 178134 w 217217"/>
                    <a:gd name="connsiteY4" fmla="*/ 0 h 331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7">
                      <a:moveTo>
                        <a:pt x="178134" y="0"/>
                      </a:moveTo>
                      <a:lnTo>
                        <a:pt x="217217" y="23744"/>
                      </a:lnTo>
                      <a:lnTo>
                        <a:pt x="39593" y="331397"/>
                      </a:lnTo>
                      <a:lnTo>
                        <a:pt x="0" y="308537"/>
                      </a:lnTo>
                      <a:lnTo>
                        <a:pt x="17813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" name="Freeform: Shape 287">
                  <a:extLst>
                    <a:ext uri="{FF2B5EF4-FFF2-40B4-BE49-F238E27FC236}">
                      <a16:creationId xmlns:a16="http://schemas.microsoft.com/office/drawing/2014/main" id="{76A6B7C2-EB5C-2F03-AA58-CF65A07B2F56}"/>
                    </a:ext>
                  </a:extLst>
                </p:cNvPr>
                <p:cNvSpPr/>
                <p:nvPr/>
              </p:nvSpPr>
              <p:spPr>
                <a:xfrm>
                  <a:off x="7197328" y="5362526"/>
                  <a:ext cx="215764" cy="328878"/>
                </a:xfrm>
                <a:custGeom>
                  <a:avLst/>
                  <a:gdLst>
                    <a:gd name="connsiteX0" fmla="*/ 39084 w 215764"/>
                    <a:gd name="connsiteY0" fmla="*/ 0 h 328878"/>
                    <a:gd name="connsiteX1" fmla="*/ 215764 w 215764"/>
                    <a:gd name="connsiteY1" fmla="*/ 306019 h 328878"/>
                    <a:gd name="connsiteX2" fmla="*/ 176170 w 215764"/>
                    <a:gd name="connsiteY2" fmla="*/ 328878 h 328878"/>
                    <a:gd name="connsiteX3" fmla="*/ 0 w 215764"/>
                    <a:gd name="connsiteY3" fmla="*/ 23744 h 328878"/>
                    <a:gd name="connsiteX4" fmla="*/ 39084 w 215764"/>
                    <a:gd name="connsiteY4" fmla="*/ 0 h 3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4" h="328878">
                      <a:moveTo>
                        <a:pt x="39084" y="0"/>
                      </a:moveTo>
                      <a:lnTo>
                        <a:pt x="215764" y="306019"/>
                      </a:lnTo>
                      <a:lnTo>
                        <a:pt x="176170" y="328878"/>
                      </a:lnTo>
                      <a:lnTo>
                        <a:pt x="0" y="23744"/>
                      </a:lnTo>
                      <a:lnTo>
                        <a:pt x="3908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" name="Freeform: Shape 288">
                  <a:extLst>
                    <a:ext uri="{FF2B5EF4-FFF2-40B4-BE49-F238E27FC236}">
                      <a16:creationId xmlns:a16="http://schemas.microsoft.com/office/drawing/2014/main" id="{B5789992-0D50-B131-04A5-7677FFE81CC4}"/>
                    </a:ext>
                  </a:extLst>
                </p:cNvPr>
                <p:cNvSpPr/>
                <p:nvPr/>
              </p:nvSpPr>
              <p:spPr>
                <a:xfrm>
                  <a:off x="5390184" y="5591812"/>
                  <a:ext cx="136202" cy="354889"/>
                </a:xfrm>
                <a:custGeom>
                  <a:avLst/>
                  <a:gdLst>
                    <a:gd name="connsiteX0" fmla="*/ 91922 w 136202"/>
                    <a:gd name="connsiteY0" fmla="*/ 0 h 354889"/>
                    <a:gd name="connsiteX1" fmla="*/ 136202 w 136202"/>
                    <a:gd name="connsiteY1" fmla="*/ 11385 h 354889"/>
                    <a:gd name="connsiteX2" fmla="*/ 44161 w 136202"/>
                    <a:gd name="connsiteY2" fmla="*/ 354889 h 354889"/>
                    <a:gd name="connsiteX3" fmla="*/ 0 w 136202"/>
                    <a:gd name="connsiteY3" fmla="*/ 343056 h 354889"/>
                    <a:gd name="connsiteX4" fmla="*/ 91922 w 136202"/>
                    <a:gd name="connsiteY4" fmla="*/ 0 h 354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9">
                      <a:moveTo>
                        <a:pt x="91922" y="0"/>
                      </a:moveTo>
                      <a:lnTo>
                        <a:pt x="136202" y="11385"/>
                      </a:lnTo>
                      <a:lnTo>
                        <a:pt x="44161" y="354889"/>
                      </a:lnTo>
                      <a:lnTo>
                        <a:pt x="0" y="343056"/>
                      </a:lnTo>
                      <a:lnTo>
                        <a:pt x="9192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" name="Freeform: Shape 289">
                  <a:extLst>
                    <a:ext uri="{FF2B5EF4-FFF2-40B4-BE49-F238E27FC236}">
                      <a16:creationId xmlns:a16="http://schemas.microsoft.com/office/drawing/2014/main" id="{85F04F39-9A23-B572-9BD0-8D391E5439B7}"/>
                    </a:ext>
                  </a:extLst>
                </p:cNvPr>
                <p:cNvSpPr/>
                <p:nvPr/>
              </p:nvSpPr>
              <p:spPr>
                <a:xfrm>
                  <a:off x="6649888" y="5593157"/>
                  <a:ext cx="135842" cy="353542"/>
                </a:xfrm>
                <a:custGeom>
                  <a:avLst/>
                  <a:gdLst>
                    <a:gd name="connsiteX0" fmla="*/ 44281 w 135842"/>
                    <a:gd name="connsiteY0" fmla="*/ 0 h 353542"/>
                    <a:gd name="connsiteX1" fmla="*/ 135842 w 135842"/>
                    <a:gd name="connsiteY1" fmla="*/ 341709 h 353542"/>
                    <a:gd name="connsiteX2" fmla="*/ 91681 w 135842"/>
                    <a:gd name="connsiteY2" fmla="*/ 353542 h 353542"/>
                    <a:gd name="connsiteX3" fmla="*/ 0 w 135842"/>
                    <a:gd name="connsiteY3" fmla="*/ 11386 h 353542"/>
                    <a:gd name="connsiteX4" fmla="*/ 44281 w 135842"/>
                    <a:gd name="connsiteY4" fmla="*/ 0 h 353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2" h="353542">
                      <a:moveTo>
                        <a:pt x="44281" y="0"/>
                      </a:moveTo>
                      <a:lnTo>
                        <a:pt x="135842" y="341709"/>
                      </a:lnTo>
                      <a:lnTo>
                        <a:pt x="91681" y="353542"/>
                      </a:lnTo>
                      <a:lnTo>
                        <a:pt x="0" y="11386"/>
                      </a:lnTo>
                      <a:lnTo>
                        <a:pt x="4428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Freeform: Shape 290">
                  <a:extLst>
                    <a:ext uri="{FF2B5EF4-FFF2-40B4-BE49-F238E27FC236}">
                      <a16:creationId xmlns:a16="http://schemas.microsoft.com/office/drawing/2014/main" id="{EFEEFF3F-29CE-5A33-DA7E-FA2EBE6575FE}"/>
                    </a:ext>
                  </a:extLst>
                </p:cNvPr>
                <p:cNvSpPr/>
                <p:nvPr/>
              </p:nvSpPr>
              <p:spPr>
                <a:xfrm>
                  <a:off x="6065099" y="5675878"/>
                  <a:ext cx="45719" cy="353863"/>
                </a:xfrm>
                <a:custGeom>
                  <a:avLst/>
                  <a:gdLst>
                    <a:gd name="connsiteX0" fmla="*/ 0 w 45719"/>
                    <a:gd name="connsiteY0" fmla="*/ 0 h 353863"/>
                    <a:gd name="connsiteX1" fmla="*/ 25658 w 45719"/>
                    <a:gd name="connsiteY1" fmla="*/ 1295 h 353863"/>
                    <a:gd name="connsiteX2" fmla="*/ 45719 w 45719"/>
                    <a:gd name="connsiteY2" fmla="*/ 282 h 353863"/>
                    <a:gd name="connsiteX3" fmla="*/ 45719 w 45719"/>
                    <a:gd name="connsiteY3" fmla="*/ 353863 h 353863"/>
                    <a:gd name="connsiteX4" fmla="*/ 0 w 45719"/>
                    <a:gd name="connsiteY4" fmla="*/ 353863 h 353863"/>
                    <a:gd name="connsiteX5" fmla="*/ 0 w 45719"/>
                    <a:gd name="connsiteY5" fmla="*/ 0 h 353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9" h="353863">
                      <a:moveTo>
                        <a:pt x="0" y="0"/>
                      </a:moveTo>
                      <a:lnTo>
                        <a:pt x="25658" y="1295"/>
                      </a:lnTo>
                      <a:lnTo>
                        <a:pt x="45719" y="282"/>
                      </a:lnTo>
                      <a:lnTo>
                        <a:pt x="45719" y="353863"/>
                      </a:lnTo>
                      <a:lnTo>
                        <a:pt x="0" y="3538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6" name="Circle: Hollow 263">
              <a:extLst>
                <a:ext uri="{FF2B5EF4-FFF2-40B4-BE49-F238E27FC236}">
                  <a16:creationId xmlns:a16="http://schemas.microsoft.com/office/drawing/2014/main" id="{0D38034E-1514-EA4F-B75C-891DC4E1A7D1}"/>
                </a:ext>
              </a:extLst>
            </p:cNvPr>
            <p:cNvSpPr/>
            <p:nvPr/>
          </p:nvSpPr>
          <p:spPr>
            <a:xfrm>
              <a:off x="2536424" y="967127"/>
              <a:ext cx="4877362" cy="4877362"/>
            </a:xfrm>
            <a:prstGeom prst="donut">
              <a:avLst>
                <a:gd name="adj" fmla="val 120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Circle: Hollow 264">
              <a:extLst>
                <a:ext uri="{FF2B5EF4-FFF2-40B4-BE49-F238E27FC236}">
                  <a16:creationId xmlns:a16="http://schemas.microsoft.com/office/drawing/2014/main" id="{69973283-9472-EC53-1416-5C32A74FB1F8}"/>
                </a:ext>
              </a:extLst>
            </p:cNvPr>
            <p:cNvSpPr/>
            <p:nvPr/>
          </p:nvSpPr>
          <p:spPr>
            <a:xfrm>
              <a:off x="2215784" y="646487"/>
              <a:ext cx="5518642" cy="5518642"/>
            </a:xfrm>
            <a:prstGeom prst="donut">
              <a:avLst>
                <a:gd name="adj" fmla="val 6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1FC753B6-0E6A-5D37-A4F1-05065DE8C48B}"/>
              </a:ext>
            </a:extLst>
          </p:cNvPr>
          <p:cNvSpPr txBox="1"/>
          <p:nvPr/>
        </p:nvSpPr>
        <p:spPr>
          <a:xfrm>
            <a:off x="11600235" y="705724"/>
            <a:ext cx="5797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8</a:t>
            </a:r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r>
              <a:rPr lang="en-US" sz="800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of</a:t>
            </a:r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15</a:t>
            </a:r>
            <a:endParaRPr lang="en-ID" sz="800" b="1" i="1" dirty="0">
              <a:solidFill>
                <a:schemeClr val="bg1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638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4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528B21-27B6-048C-1134-D793738295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Google Shape;477;p1">
            <a:extLst>
              <a:ext uri="{FF2B5EF4-FFF2-40B4-BE49-F238E27FC236}">
                <a16:creationId xmlns:a16="http://schemas.microsoft.com/office/drawing/2014/main" id="{81149D5B-F613-F79E-5AB2-BC9C0905D63D}"/>
              </a:ext>
            </a:extLst>
          </p:cNvPr>
          <p:cNvSpPr/>
          <p:nvPr/>
        </p:nvSpPr>
        <p:spPr>
          <a:xfrm flipH="1">
            <a:off x="6319106" y="57357"/>
            <a:ext cx="386494" cy="491283"/>
          </a:xfrm>
          <a:custGeom>
            <a:avLst/>
            <a:gdLst/>
            <a:ahLst/>
            <a:cxnLst/>
            <a:rect l="l" t="t" r="r" b="b"/>
            <a:pathLst>
              <a:path w="2221473" h="2823776" extrusionOk="0">
                <a:moveTo>
                  <a:pt x="361496" y="1070087"/>
                </a:moveTo>
                <a:lnTo>
                  <a:pt x="676002" y="1396296"/>
                </a:lnTo>
                <a:lnTo>
                  <a:pt x="821417" y="1221127"/>
                </a:lnTo>
                <a:lnTo>
                  <a:pt x="621149" y="1026182"/>
                </a:lnTo>
                <a:lnTo>
                  <a:pt x="778629" y="909320"/>
                </a:lnTo>
                <a:lnTo>
                  <a:pt x="1158331" y="1270000"/>
                </a:lnTo>
                <a:lnTo>
                  <a:pt x="686526" y="1724318"/>
                </a:lnTo>
                <a:lnTo>
                  <a:pt x="0" y="1075348"/>
                </a:lnTo>
                <a:lnTo>
                  <a:pt x="768531" y="280147"/>
                </a:lnTo>
                <a:lnTo>
                  <a:pt x="1860277" y="1378243"/>
                </a:lnTo>
                <a:cubicBezTo>
                  <a:pt x="1858977" y="1285321"/>
                  <a:pt x="1857676" y="1192400"/>
                  <a:pt x="1856376" y="1099478"/>
                </a:cubicBezTo>
                <a:lnTo>
                  <a:pt x="1284241" y="554355"/>
                </a:lnTo>
                <a:lnTo>
                  <a:pt x="1825233" y="0"/>
                </a:lnTo>
                <a:lnTo>
                  <a:pt x="2221473" y="320062"/>
                </a:lnTo>
                <a:lnTo>
                  <a:pt x="2217420" y="650262"/>
                </a:lnTo>
                <a:lnTo>
                  <a:pt x="2026920" y="820351"/>
                </a:lnTo>
                <a:lnTo>
                  <a:pt x="1751511" y="570342"/>
                </a:lnTo>
                <a:lnTo>
                  <a:pt x="1858827" y="440802"/>
                </a:lnTo>
                <a:lnTo>
                  <a:pt x="2025197" y="597012"/>
                </a:lnTo>
                <a:lnTo>
                  <a:pt x="2132512" y="503667"/>
                </a:lnTo>
                <a:lnTo>
                  <a:pt x="1837872" y="249667"/>
                </a:lnTo>
                <a:lnTo>
                  <a:pt x="1552122" y="569707"/>
                </a:lnTo>
                <a:lnTo>
                  <a:pt x="2071552" y="1052307"/>
                </a:lnTo>
                <a:cubicBezTo>
                  <a:pt x="2069859" y="1235187"/>
                  <a:pt x="2068165" y="1418067"/>
                  <a:pt x="2066472" y="1600947"/>
                </a:cubicBezTo>
                <a:lnTo>
                  <a:pt x="2213792" y="1738107"/>
                </a:lnTo>
                <a:cubicBezTo>
                  <a:pt x="2216060" y="1922106"/>
                  <a:pt x="2218327" y="2106104"/>
                  <a:pt x="2220595" y="2290103"/>
                </a:cubicBezTo>
                <a:lnTo>
                  <a:pt x="1877060" y="2292552"/>
                </a:lnTo>
                <a:lnTo>
                  <a:pt x="1347078" y="1760422"/>
                </a:lnTo>
                <a:lnTo>
                  <a:pt x="924168" y="2170654"/>
                </a:lnTo>
                <a:lnTo>
                  <a:pt x="1270906" y="2520539"/>
                </a:lnTo>
                <a:lnTo>
                  <a:pt x="1375681" y="2366576"/>
                </a:lnTo>
                <a:lnTo>
                  <a:pt x="1199877" y="2216716"/>
                </a:lnTo>
                <a:lnTo>
                  <a:pt x="1355271" y="2047987"/>
                </a:lnTo>
                <a:lnTo>
                  <a:pt x="1712595" y="2369116"/>
                </a:lnTo>
                <a:lnTo>
                  <a:pt x="1291046" y="2823776"/>
                </a:lnTo>
                <a:lnTo>
                  <a:pt x="579846" y="2140174"/>
                </a:lnTo>
                <a:lnTo>
                  <a:pt x="1327269" y="1428974"/>
                </a:lnTo>
                <a:lnTo>
                  <a:pt x="1952109" y="2058872"/>
                </a:lnTo>
                <a:lnTo>
                  <a:pt x="2200002" y="2063952"/>
                </a:lnTo>
                <a:lnTo>
                  <a:pt x="813162" y="647358"/>
                </a:lnTo>
                <a:lnTo>
                  <a:pt x="361496" y="1070087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8372EDC-08DB-DFA4-449B-66656F975E43}"/>
              </a:ext>
            </a:extLst>
          </p:cNvPr>
          <p:cNvGrpSpPr/>
          <p:nvPr/>
        </p:nvGrpSpPr>
        <p:grpSpPr>
          <a:xfrm>
            <a:off x="11550975" y="877824"/>
            <a:ext cx="628832" cy="633984"/>
            <a:chOff x="2154470" y="585173"/>
            <a:chExt cx="5641271" cy="5641271"/>
          </a:xfrm>
          <a:solidFill>
            <a:schemeClr val="bg1">
              <a:lumMod val="75000"/>
              <a:alpha val="60000"/>
            </a:schemeClr>
          </a:solidFill>
          <a:effectLst/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56970AC-9DF5-F2AC-74C4-ED97256ED966}"/>
                </a:ext>
              </a:extLst>
            </p:cNvPr>
            <p:cNvGrpSpPr/>
            <p:nvPr/>
          </p:nvGrpSpPr>
          <p:grpSpPr>
            <a:xfrm>
              <a:off x="2154470" y="585173"/>
              <a:ext cx="5641271" cy="5641271"/>
              <a:chOff x="3267320" y="598425"/>
              <a:chExt cx="5641271" cy="5641271"/>
            </a:xfrm>
            <a:grpFill/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E01C81E5-30FF-A518-D207-009CF4BE3EC9}"/>
                  </a:ext>
                </a:extLst>
              </p:cNvPr>
              <p:cNvGrpSpPr/>
              <p:nvPr/>
            </p:nvGrpSpPr>
            <p:grpSpPr>
              <a:xfrm>
                <a:off x="3267320" y="598425"/>
                <a:ext cx="5641271" cy="5641271"/>
                <a:chOff x="1224922" y="598425"/>
                <a:chExt cx="5641271" cy="5641271"/>
              </a:xfrm>
              <a:grpFill/>
            </p:grpSpPr>
            <p:sp>
              <p:nvSpPr>
                <p:cNvPr id="34" name="Rectangle 80">
                  <a:extLst>
                    <a:ext uri="{FF2B5EF4-FFF2-40B4-BE49-F238E27FC236}">
                      <a16:creationId xmlns:a16="http://schemas.microsoft.com/office/drawing/2014/main" id="{11C2CAB0-7927-3DD2-A040-003F14C6F858}"/>
                    </a:ext>
                  </a:extLst>
                </p:cNvPr>
                <p:cNvSpPr/>
                <p:nvPr/>
              </p:nvSpPr>
              <p:spPr>
                <a:xfrm rot="2700000">
                  <a:off x="3958590" y="59842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5" name="Rectangle 81">
                  <a:extLst>
                    <a:ext uri="{FF2B5EF4-FFF2-40B4-BE49-F238E27FC236}">
                      <a16:creationId xmlns:a16="http://schemas.microsoft.com/office/drawing/2014/main" id="{EDE4D0F6-36EC-DB1F-0FF3-33A1DBC58B41}"/>
                    </a:ext>
                  </a:extLst>
                </p:cNvPr>
                <p:cNvSpPr/>
                <p:nvPr/>
              </p:nvSpPr>
              <p:spPr>
                <a:xfrm rot="2700000">
                  <a:off x="3958590" y="606576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6" name="Rectangle 82">
                  <a:extLst>
                    <a:ext uri="{FF2B5EF4-FFF2-40B4-BE49-F238E27FC236}">
                      <a16:creationId xmlns:a16="http://schemas.microsoft.com/office/drawing/2014/main" id="{96627A21-0030-4136-1BB8-468485342041}"/>
                    </a:ext>
                  </a:extLst>
                </p:cNvPr>
                <p:cNvSpPr/>
                <p:nvPr/>
              </p:nvSpPr>
              <p:spPr>
                <a:xfrm rot="3600000">
                  <a:off x="4666115" y="69157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7" name="Rectangle 83">
                  <a:extLst>
                    <a:ext uri="{FF2B5EF4-FFF2-40B4-BE49-F238E27FC236}">
                      <a16:creationId xmlns:a16="http://schemas.microsoft.com/office/drawing/2014/main" id="{EDCA48AE-90CB-DFE2-74F7-B1BC844695E2}"/>
                    </a:ext>
                  </a:extLst>
                </p:cNvPr>
                <p:cNvSpPr/>
                <p:nvPr/>
              </p:nvSpPr>
              <p:spPr>
                <a:xfrm rot="3600000">
                  <a:off x="3251065" y="597261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8" name="Rectangle 84">
                  <a:extLst>
                    <a:ext uri="{FF2B5EF4-FFF2-40B4-BE49-F238E27FC236}">
                      <a16:creationId xmlns:a16="http://schemas.microsoft.com/office/drawing/2014/main" id="{A2FA2415-CFFD-D727-92ED-4296ED5623AA}"/>
                    </a:ext>
                  </a:extLst>
                </p:cNvPr>
                <p:cNvSpPr/>
                <p:nvPr/>
              </p:nvSpPr>
              <p:spPr>
                <a:xfrm rot="4500000">
                  <a:off x="5325424" y="964667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9" name="Rectangle 85">
                  <a:extLst>
                    <a:ext uri="{FF2B5EF4-FFF2-40B4-BE49-F238E27FC236}">
                      <a16:creationId xmlns:a16="http://schemas.microsoft.com/office/drawing/2014/main" id="{C81E1D52-42BE-6C74-6FC4-6F19EA5BAAEB}"/>
                    </a:ext>
                  </a:extLst>
                </p:cNvPr>
                <p:cNvSpPr/>
                <p:nvPr/>
              </p:nvSpPr>
              <p:spPr>
                <a:xfrm rot="4500000">
                  <a:off x="2591756" y="5699520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0" name="Rectangle 86">
                  <a:extLst>
                    <a:ext uri="{FF2B5EF4-FFF2-40B4-BE49-F238E27FC236}">
                      <a16:creationId xmlns:a16="http://schemas.microsoft.com/office/drawing/2014/main" id="{1CDC6BA0-63CA-8238-1F7D-093DC51F95BF}"/>
                    </a:ext>
                  </a:extLst>
                </p:cNvPr>
                <p:cNvSpPr/>
                <p:nvPr/>
              </p:nvSpPr>
              <p:spPr>
                <a:xfrm rot="5400000">
                  <a:off x="5891586" y="139909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1" name="Rectangle 87">
                  <a:extLst>
                    <a:ext uri="{FF2B5EF4-FFF2-40B4-BE49-F238E27FC236}">
                      <a16:creationId xmlns:a16="http://schemas.microsoft.com/office/drawing/2014/main" id="{1D54B09D-2E1E-34DC-28E1-635C4EF5A12E}"/>
                    </a:ext>
                  </a:extLst>
                </p:cNvPr>
                <p:cNvSpPr/>
                <p:nvPr/>
              </p:nvSpPr>
              <p:spPr>
                <a:xfrm rot="5400000">
                  <a:off x="2025594" y="526508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2" name="Rectangle 88">
                  <a:extLst>
                    <a:ext uri="{FF2B5EF4-FFF2-40B4-BE49-F238E27FC236}">
                      <a16:creationId xmlns:a16="http://schemas.microsoft.com/office/drawing/2014/main" id="{4D5302CA-0B4E-E2B2-7B3B-45ADE42D55BD}"/>
                    </a:ext>
                  </a:extLst>
                </p:cNvPr>
                <p:cNvSpPr/>
                <p:nvPr/>
              </p:nvSpPr>
              <p:spPr>
                <a:xfrm rot="6300000">
                  <a:off x="6326016" y="196525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3" name="Rectangle 89">
                  <a:extLst>
                    <a:ext uri="{FF2B5EF4-FFF2-40B4-BE49-F238E27FC236}">
                      <a16:creationId xmlns:a16="http://schemas.microsoft.com/office/drawing/2014/main" id="{DDE3AF1C-C5AE-7770-DA99-1B6D7C116F4C}"/>
                    </a:ext>
                  </a:extLst>
                </p:cNvPr>
                <p:cNvSpPr/>
                <p:nvPr/>
              </p:nvSpPr>
              <p:spPr>
                <a:xfrm rot="6300000">
                  <a:off x="1591164" y="469892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4" name="Rectangle 90">
                  <a:extLst>
                    <a:ext uri="{FF2B5EF4-FFF2-40B4-BE49-F238E27FC236}">
                      <a16:creationId xmlns:a16="http://schemas.microsoft.com/office/drawing/2014/main" id="{53459C29-A86B-5268-10B7-57776DD10D00}"/>
                    </a:ext>
                  </a:extLst>
                </p:cNvPr>
                <p:cNvSpPr/>
                <p:nvPr/>
              </p:nvSpPr>
              <p:spPr>
                <a:xfrm rot="7200000">
                  <a:off x="6599111" y="262456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5" name="Rectangle 91">
                  <a:extLst>
                    <a:ext uri="{FF2B5EF4-FFF2-40B4-BE49-F238E27FC236}">
                      <a16:creationId xmlns:a16="http://schemas.microsoft.com/office/drawing/2014/main" id="{492AE8CB-8F52-4E5D-8F41-9B2B56EB5535}"/>
                    </a:ext>
                  </a:extLst>
                </p:cNvPr>
                <p:cNvSpPr/>
                <p:nvPr/>
              </p:nvSpPr>
              <p:spPr>
                <a:xfrm rot="7200000">
                  <a:off x="1318069" y="403961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6" name="Rectangle 92">
                  <a:extLst>
                    <a:ext uri="{FF2B5EF4-FFF2-40B4-BE49-F238E27FC236}">
                      <a16:creationId xmlns:a16="http://schemas.microsoft.com/office/drawing/2014/main" id="{B2711737-9B59-121D-DBE8-576E76EA25A5}"/>
                    </a:ext>
                  </a:extLst>
                </p:cNvPr>
                <p:cNvSpPr/>
                <p:nvPr/>
              </p:nvSpPr>
              <p:spPr>
                <a:xfrm rot="8100000">
                  <a:off x="6692259" y="3332094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7" name="Rectangle 93">
                  <a:extLst>
                    <a:ext uri="{FF2B5EF4-FFF2-40B4-BE49-F238E27FC236}">
                      <a16:creationId xmlns:a16="http://schemas.microsoft.com/office/drawing/2014/main" id="{27C399B5-7CF6-9CE6-63C1-43189B460E9F}"/>
                    </a:ext>
                  </a:extLst>
                </p:cNvPr>
                <p:cNvSpPr/>
                <p:nvPr/>
              </p:nvSpPr>
              <p:spPr>
                <a:xfrm rot="8100000">
                  <a:off x="1224922" y="3332094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8" name="Rectangle 94">
                  <a:extLst>
                    <a:ext uri="{FF2B5EF4-FFF2-40B4-BE49-F238E27FC236}">
                      <a16:creationId xmlns:a16="http://schemas.microsoft.com/office/drawing/2014/main" id="{29FE24E9-02DF-4CA7-34B1-B6210226BE64}"/>
                    </a:ext>
                  </a:extLst>
                </p:cNvPr>
                <p:cNvSpPr/>
                <p:nvPr/>
              </p:nvSpPr>
              <p:spPr>
                <a:xfrm rot="9000000">
                  <a:off x="6599111" y="403961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9" name="Rectangle 95">
                  <a:extLst>
                    <a:ext uri="{FF2B5EF4-FFF2-40B4-BE49-F238E27FC236}">
                      <a16:creationId xmlns:a16="http://schemas.microsoft.com/office/drawing/2014/main" id="{068AC4E0-CD38-C493-FA61-CAAD90184054}"/>
                    </a:ext>
                  </a:extLst>
                </p:cNvPr>
                <p:cNvSpPr/>
                <p:nvPr/>
              </p:nvSpPr>
              <p:spPr>
                <a:xfrm rot="9000000">
                  <a:off x="1318069" y="262456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0" name="Rectangle 96">
                  <a:extLst>
                    <a:ext uri="{FF2B5EF4-FFF2-40B4-BE49-F238E27FC236}">
                      <a16:creationId xmlns:a16="http://schemas.microsoft.com/office/drawing/2014/main" id="{897F2158-518C-EC2E-A30E-1F75A3C38273}"/>
                    </a:ext>
                  </a:extLst>
                </p:cNvPr>
                <p:cNvSpPr/>
                <p:nvPr/>
              </p:nvSpPr>
              <p:spPr>
                <a:xfrm rot="9900000">
                  <a:off x="6326016" y="469892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1" name="Rectangle 97">
                  <a:extLst>
                    <a:ext uri="{FF2B5EF4-FFF2-40B4-BE49-F238E27FC236}">
                      <a16:creationId xmlns:a16="http://schemas.microsoft.com/office/drawing/2014/main" id="{DAD46444-82CF-CA8D-84CC-3F65A611A586}"/>
                    </a:ext>
                  </a:extLst>
                </p:cNvPr>
                <p:cNvSpPr/>
                <p:nvPr/>
              </p:nvSpPr>
              <p:spPr>
                <a:xfrm rot="9900000">
                  <a:off x="1591164" y="196525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2" name="Rectangle 98">
                  <a:extLst>
                    <a:ext uri="{FF2B5EF4-FFF2-40B4-BE49-F238E27FC236}">
                      <a16:creationId xmlns:a16="http://schemas.microsoft.com/office/drawing/2014/main" id="{F9580CC5-4186-E7A8-EE76-330BFE4DDF0E}"/>
                    </a:ext>
                  </a:extLst>
                </p:cNvPr>
                <p:cNvSpPr/>
                <p:nvPr/>
              </p:nvSpPr>
              <p:spPr>
                <a:xfrm rot="10800000">
                  <a:off x="5891586" y="526508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3" name="Rectangle 99">
                  <a:extLst>
                    <a:ext uri="{FF2B5EF4-FFF2-40B4-BE49-F238E27FC236}">
                      <a16:creationId xmlns:a16="http://schemas.microsoft.com/office/drawing/2014/main" id="{8CC6EE23-0CA8-C4B2-B655-E69FFE6FC9FC}"/>
                    </a:ext>
                  </a:extLst>
                </p:cNvPr>
                <p:cNvSpPr/>
                <p:nvPr/>
              </p:nvSpPr>
              <p:spPr>
                <a:xfrm rot="10800000">
                  <a:off x="2025594" y="139909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4" name="Rectangle 100">
                  <a:extLst>
                    <a:ext uri="{FF2B5EF4-FFF2-40B4-BE49-F238E27FC236}">
                      <a16:creationId xmlns:a16="http://schemas.microsoft.com/office/drawing/2014/main" id="{E8DE09EC-0716-F574-1797-B897CC14E5E7}"/>
                    </a:ext>
                  </a:extLst>
                </p:cNvPr>
                <p:cNvSpPr/>
                <p:nvPr/>
              </p:nvSpPr>
              <p:spPr>
                <a:xfrm rot="11700000">
                  <a:off x="5325424" y="5699520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5" name="Rectangle 101">
                  <a:extLst>
                    <a:ext uri="{FF2B5EF4-FFF2-40B4-BE49-F238E27FC236}">
                      <a16:creationId xmlns:a16="http://schemas.microsoft.com/office/drawing/2014/main" id="{9DC2C2FE-8A20-4706-DCBF-55D77035CE00}"/>
                    </a:ext>
                  </a:extLst>
                </p:cNvPr>
                <p:cNvSpPr/>
                <p:nvPr/>
              </p:nvSpPr>
              <p:spPr>
                <a:xfrm rot="11700000">
                  <a:off x="2591756" y="964667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6" name="Rectangle 102">
                  <a:extLst>
                    <a:ext uri="{FF2B5EF4-FFF2-40B4-BE49-F238E27FC236}">
                      <a16:creationId xmlns:a16="http://schemas.microsoft.com/office/drawing/2014/main" id="{7D0054DD-F682-C816-22E9-B10A5D16CA2A}"/>
                    </a:ext>
                  </a:extLst>
                </p:cNvPr>
                <p:cNvSpPr/>
                <p:nvPr/>
              </p:nvSpPr>
              <p:spPr>
                <a:xfrm rot="12600000">
                  <a:off x="4666115" y="597261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7" name="Rectangle 103">
                  <a:extLst>
                    <a:ext uri="{FF2B5EF4-FFF2-40B4-BE49-F238E27FC236}">
                      <a16:creationId xmlns:a16="http://schemas.microsoft.com/office/drawing/2014/main" id="{4AFC8245-1726-B653-DDEB-4870E41EEA54}"/>
                    </a:ext>
                  </a:extLst>
                </p:cNvPr>
                <p:cNvSpPr/>
                <p:nvPr/>
              </p:nvSpPr>
              <p:spPr>
                <a:xfrm rot="12600000">
                  <a:off x="3251065" y="69157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F887A950-03FD-7E0B-E55E-F4ACE41C7703}"/>
                  </a:ext>
                </a:extLst>
              </p:cNvPr>
              <p:cNvGrpSpPr/>
              <p:nvPr/>
            </p:nvGrpSpPr>
            <p:grpSpPr>
              <a:xfrm>
                <a:off x="3328637" y="659745"/>
                <a:ext cx="5518640" cy="5518638"/>
                <a:chOff x="3477279" y="808386"/>
                <a:chExt cx="5221355" cy="5221355"/>
              </a:xfrm>
              <a:grpFill/>
            </p:grpSpPr>
            <p:sp>
              <p:nvSpPr>
                <p:cNvPr id="10" name="Freeform: Shape 267">
                  <a:extLst>
                    <a:ext uri="{FF2B5EF4-FFF2-40B4-BE49-F238E27FC236}">
                      <a16:creationId xmlns:a16="http://schemas.microsoft.com/office/drawing/2014/main" id="{E125D110-8CBA-4590-FA86-93230AB35ED3}"/>
                    </a:ext>
                  </a:extLst>
                </p:cNvPr>
                <p:cNvSpPr/>
                <p:nvPr/>
              </p:nvSpPr>
              <p:spPr>
                <a:xfrm>
                  <a:off x="6065098" y="808386"/>
                  <a:ext cx="45718" cy="353859"/>
                </a:xfrm>
                <a:custGeom>
                  <a:avLst/>
                  <a:gdLst>
                    <a:gd name="connsiteX0" fmla="*/ 0 w 45718"/>
                    <a:gd name="connsiteY0" fmla="*/ 0 h 353859"/>
                    <a:gd name="connsiteX1" fmla="*/ 45718 w 45718"/>
                    <a:gd name="connsiteY1" fmla="*/ 0 h 353859"/>
                    <a:gd name="connsiteX2" fmla="*/ 45718 w 45718"/>
                    <a:gd name="connsiteY2" fmla="*/ 353576 h 353859"/>
                    <a:gd name="connsiteX3" fmla="*/ 25658 w 45718"/>
                    <a:gd name="connsiteY3" fmla="*/ 352563 h 353859"/>
                    <a:gd name="connsiteX4" fmla="*/ 0 w 45718"/>
                    <a:gd name="connsiteY4" fmla="*/ 353859 h 353859"/>
                    <a:gd name="connsiteX5" fmla="*/ 0 w 45718"/>
                    <a:gd name="connsiteY5" fmla="*/ 0 h 353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8" h="353859">
                      <a:moveTo>
                        <a:pt x="0" y="0"/>
                      </a:moveTo>
                      <a:lnTo>
                        <a:pt x="45718" y="0"/>
                      </a:lnTo>
                      <a:lnTo>
                        <a:pt x="45718" y="353576"/>
                      </a:lnTo>
                      <a:lnTo>
                        <a:pt x="25658" y="352563"/>
                      </a:lnTo>
                      <a:lnTo>
                        <a:pt x="0" y="35385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" name="Freeform: Shape 268">
                  <a:extLst>
                    <a:ext uri="{FF2B5EF4-FFF2-40B4-BE49-F238E27FC236}">
                      <a16:creationId xmlns:a16="http://schemas.microsoft.com/office/drawing/2014/main" id="{42BDD6E1-B311-9DA8-96D7-8A437B3F72A3}"/>
                    </a:ext>
                  </a:extLst>
                </p:cNvPr>
                <p:cNvSpPr/>
                <p:nvPr/>
              </p:nvSpPr>
              <p:spPr>
                <a:xfrm>
                  <a:off x="5390183" y="891424"/>
                  <a:ext cx="136202" cy="354886"/>
                </a:xfrm>
                <a:custGeom>
                  <a:avLst/>
                  <a:gdLst>
                    <a:gd name="connsiteX0" fmla="*/ 44161 w 136202"/>
                    <a:gd name="connsiteY0" fmla="*/ 0 h 354886"/>
                    <a:gd name="connsiteX1" fmla="*/ 136202 w 136202"/>
                    <a:gd name="connsiteY1" fmla="*/ 343500 h 354886"/>
                    <a:gd name="connsiteX2" fmla="*/ 91921 w 136202"/>
                    <a:gd name="connsiteY2" fmla="*/ 354886 h 354886"/>
                    <a:gd name="connsiteX3" fmla="*/ 0 w 136202"/>
                    <a:gd name="connsiteY3" fmla="*/ 11833 h 354886"/>
                    <a:gd name="connsiteX4" fmla="*/ 44161 w 136202"/>
                    <a:gd name="connsiteY4" fmla="*/ 0 h 354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6">
                      <a:moveTo>
                        <a:pt x="44161" y="0"/>
                      </a:moveTo>
                      <a:lnTo>
                        <a:pt x="136202" y="343500"/>
                      </a:lnTo>
                      <a:lnTo>
                        <a:pt x="91921" y="354886"/>
                      </a:lnTo>
                      <a:lnTo>
                        <a:pt x="0" y="11833"/>
                      </a:lnTo>
                      <a:lnTo>
                        <a:pt x="441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" name="Freeform: Shape 269">
                  <a:extLst>
                    <a:ext uri="{FF2B5EF4-FFF2-40B4-BE49-F238E27FC236}">
                      <a16:creationId xmlns:a16="http://schemas.microsoft.com/office/drawing/2014/main" id="{CF3E9384-606D-5AF6-A3F0-C164246C7F7B}"/>
                    </a:ext>
                  </a:extLst>
                </p:cNvPr>
                <p:cNvSpPr/>
                <p:nvPr/>
              </p:nvSpPr>
              <p:spPr>
                <a:xfrm>
                  <a:off x="6649891" y="891425"/>
                  <a:ext cx="135841" cy="353538"/>
                </a:xfrm>
                <a:custGeom>
                  <a:avLst/>
                  <a:gdLst>
                    <a:gd name="connsiteX0" fmla="*/ 91679 w 135841"/>
                    <a:gd name="connsiteY0" fmla="*/ 0 h 353538"/>
                    <a:gd name="connsiteX1" fmla="*/ 135841 w 135841"/>
                    <a:gd name="connsiteY1" fmla="*/ 11833 h 353538"/>
                    <a:gd name="connsiteX2" fmla="*/ 44281 w 135841"/>
                    <a:gd name="connsiteY2" fmla="*/ 353538 h 353538"/>
                    <a:gd name="connsiteX3" fmla="*/ 0 w 135841"/>
                    <a:gd name="connsiteY3" fmla="*/ 342153 h 353538"/>
                    <a:gd name="connsiteX4" fmla="*/ 91679 w 135841"/>
                    <a:gd name="connsiteY4" fmla="*/ 0 h 3535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1" h="353538">
                      <a:moveTo>
                        <a:pt x="91679" y="0"/>
                      </a:moveTo>
                      <a:lnTo>
                        <a:pt x="135841" y="11833"/>
                      </a:lnTo>
                      <a:lnTo>
                        <a:pt x="44281" y="353538"/>
                      </a:lnTo>
                      <a:lnTo>
                        <a:pt x="0" y="342153"/>
                      </a:lnTo>
                      <a:lnTo>
                        <a:pt x="9167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" name="Freeform: Shape 270">
                  <a:extLst>
                    <a:ext uri="{FF2B5EF4-FFF2-40B4-BE49-F238E27FC236}">
                      <a16:creationId xmlns:a16="http://schemas.microsoft.com/office/drawing/2014/main" id="{1A386CF9-43B5-AD61-CDE0-51FA52560837}"/>
                    </a:ext>
                  </a:extLst>
                </p:cNvPr>
                <p:cNvSpPr/>
                <p:nvPr/>
              </p:nvSpPr>
              <p:spPr>
                <a:xfrm>
                  <a:off x="4762821" y="1146720"/>
                  <a:ext cx="217217" cy="331395"/>
                </a:xfrm>
                <a:custGeom>
                  <a:avLst/>
                  <a:gdLst>
                    <a:gd name="connsiteX0" fmla="*/ 39595 w 217217"/>
                    <a:gd name="connsiteY0" fmla="*/ 0 h 331395"/>
                    <a:gd name="connsiteX1" fmla="*/ 217217 w 217217"/>
                    <a:gd name="connsiteY1" fmla="*/ 307651 h 331395"/>
                    <a:gd name="connsiteX2" fmla="*/ 178133 w 217217"/>
                    <a:gd name="connsiteY2" fmla="*/ 331395 h 331395"/>
                    <a:gd name="connsiteX3" fmla="*/ 0 w 217217"/>
                    <a:gd name="connsiteY3" fmla="*/ 22860 h 331395"/>
                    <a:gd name="connsiteX4" fmla="*/ 39595 w 217217"/>
                    <a:gd name="connsiteY4" fmla="*/ 0 h 331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5">
                      <a:moveTo>
                        <a:pt x="39595" y="0"/>
                      </a:moveTo>
                      <a:lnTo>
                        <a:pt x="217217" y="307651"/>
                      </a:lnTo>
                      <a:lnTo>
                        <a:pt x="178133" y="331395"/>
                      </a:lnTo>
                      <a:lnTo>
                        <a:pt x="0" y="22860"/>
                      </a:lnTo>
                      <a:lnTo>
                        <a:pt x="3959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" name="Freeform: Shape 271">
                  <a:extLst>
                    <a:ext uri="{FF2B5EF4-FFF2-40B4-BE49-F238E27FC236}">
                      <a16:creationId xmlns:a16="http://schemas.microsoft.com/office/drawing/2014/main" id="{D0E41495-8AEC-D909-7FEC-F17F0E758DA1}"/>
                    </a:ext>
                  </a:extLst>
                </p:cNvPr>
                <p:cNvSpPr/>
                <p:nvPr/>
              </p:nvSpPr>
              <p:spPr>
                <a:xfrm>
                  <a:off x="7197332" y="1146719"/>
                  <a:ext cx="215761" cy="328876"/>
                </a:xfrm>
                <a:custGeom>
                  <a:avLst/>
                  <a:gdLst>
                    <a:gd name="connsiteX0" fmla="*/ 176169 w 215761"/>
                    <a:gd name="connsiteY0" fmla="*/ 0 h 328876"/>
                    <a:gd name="connsiteX1" fmla="*/ 215761 w 215761"/>
                    <a:gd name="connsiteY1" fmla="*/ 22859 h 328876"/>
                    <a:gd name="connsiteX2" fmla="*/ 39082 w 215761"/>
                    <a:gd name="connsiteY2" fmla="*/ 328876 h 328876"/>
                    <a:gd name="connsiteX3" fmla="*/ 0 w 215761"/>
                    <a:gd name="connsiteY3" fmla="*/ 305133 h 328876"/>
                    <a:gd name="connsiteX4" fmla="*/ 176169 w 215761"/>
                    <a:gd name="connsiteY4" fmla="*/ 0 h 3288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1" h="328876">
                      <a:moveTo>
                        <a:pt x="176169" y="0"/>
                      </a:moveTo>
                      <a:lnTo>
                        <a:pt x="215761" y="22859"/>
                      </a:lnTo>
                      <a:lnTo>
                        <a:pt x="39082" y="328876"/>
                      </a:lnTo>
                      <a:lnTo>
                        <a:pt x="0" y="305133"/>
                      </a:lnTo>
                      <a:lnTo>
                        <a:pt x="17616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" name="Freeform: Shape 272">
                  <a:extLst>
                    <a:ext uri="{FF2B5EF4-FFF2-40B4-BE49-F238E27FC236}">
                      <a16:creationId xmlns:a16="http://schemas.microsoft.com/office/drawing/2014/main" id="{850DA134-8430-045B-B15D-611D8CD5CEF8}"/>
                    </a:ext>
                  </a:extLst>
                </p:cNvPr>
                <p:cNvSpPr/>
                <p:nvPr/>
              </p:nvSpPr>
              <p:spPr>
                <a:xfrm>
                  <a:off x="4225764" y="1556870"/>
                  <a:ext cx="283734" cy="283868"/>
                </a:xfrm>
                <a:custGeom>
                  <a:avLst/>
                  <a:gdLst>
                    <a:gd name="connsiteX0" fmla="*/ 32328 w 283734"/>
                    <a:gd name="connsiteY0" fmla="*/ 0 h 283868"/>
                    <a:gd name="connsiteX1" fmla="*/ 283734 w 283734"/>
                    <a:gd name="connsiteY1" fmla="*/ 251406 h 283868"/>
                    <a:gd name="connsiteX2" fmla="*/ 268266 w 283734"/>
                    <a:gd name="connsiteY2" fmla="*/ 265464 h 283868"/>
                    <a:gd name="connsiteX3" fmla="*/ 251540 w 283734"/>
                    <a:gd name="connsiteY3" fmla="*/ 283868 h 283868"/>
                    <a:gd name="connsiteX4" fmla="*/ 0 w 283734"/>
                    <a:gd name="connsiteY4" fmla="*/ 32328 h 283868"/>
                    <a:gd name="connsiteX5" fmla="*/ 32328 w 283734"/>
                    <a:gd name="connsiteY5" fmla="*/ 0 h 283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4" h="283868">
                      <a:moveTo>
                        <a:pt x="32328" y="0"/>
                      </a:moveTo>
                      <a:lnTo>
                        <a:pt x="283734" y="251406"/>
                      </a:lnTo>
                      <a:lnTo>
                        <a:pt x="268266" y="265464"/>
                      </a:lnTo>
                      <a:lnTo>
                        <a:pt x="251540" y="283868"/>
                      </a:lnTo>
                      <a:lnTo>
                        <a:pt x="0" y="32328"/>
                      </a:lnTo>
                      <a:lnTo>
                        <a:pt x="3232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Freeform: Shape 273">
                  <a:extLst>
                    <a:ext uri="{FF2B5EF4-FFF2-40B4-BE49-F238E27FC236}">
                      <a16:creationId xmlns:a16="http://schemas.microsoft.com/office/drawing/2014/main" id="{96D74A6D-B7BB-F58C-AB7C-C90F51A506B0}"/>
                    </a:ext>
                  </a:extLst>
                </p:cNvPr>
                <p:cNvSpPr/>
                <p:nvPr/>
              </p:nvSpPr>
              <p:spPr>
                <a:xfrm>
                  <a:off x="7669082" y="1556870"/>
                  <a:ext cx="281068" cy="280936"/>
                </a:xfrm>
                <a:custGeom>
                  <a:avLst/>
                  <a:gdLst>
                    <a:gd name="connsiteX0" fmla="*/ 248740 w 281068"/>
                    <a:gd name="connsiteY0" fmla="*/ 0 h 280936"/>
                    <a:gd name="connsiteX1" fmla="*/ 281068 w 281068"/>
                    <a:gd name="connsiteY1" fmla="*/ 32329 h 280936"/>
                    <a:gd name="connsiteX2" fmla="*/ 32462 w 281068"/>
                    <a:gd name="connsiteY2" fmla="*/ 280936 h 280936"/>
                    <a:gd name="connsiteX3" fmla="*/ 18400 w 281068"/>
                    <a:gd name="connsiteY3" fmla="*/ 265464 h 280936"/>
                    <a:gd name="connsiteX4" fmla="*/ 0 w 281068"/>
                    <a:gd name="connsiteY4" fmla="*/ 248741 h 280936"/>
                    <a:gd name="connsiteX5" fmla="*/ 248740 w 281068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68" h="280936">
                      <a:moveTo>
                        <a:pt x="248740" y="0"/>
                      </a:moveTo>
                      <a:lnTo>
                        <a:pt x="281068" y="32329"/>
                      </a:lnTo>
                      <a:lnTo>
                        <a:pt x="32462" y="280936"/>
                      </a:lnTo>
                      <a:lnTo>
                        <a:pt x="18400" y="265464"/>
                      </a:lnTo>
                      <a:lnTo>
                        <a:pt x="0" y="248741"/>
                      </a:lnTo>
                      <a:lnTo>
                        <a:pt x="24874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Freeform: Shape 274">
                  <a:extLst>
                    <a:ext uri="{FF2B5EF4-FFF2-40B4-BE49-F238E27FC236}">
                      <a16:creationId xmlns:a16="http://schemas.microsoft.com/office/drawing/2014/main" id="{1890FAAD-5652-E7A2-09E3-043D46FD0B01}"/>
                    </a:ext>
                  </a:extLst>
                </p:cNvPr>
                <p:cNvSpPr/>
                <p:nvPr/>
              </p:nvSpPr>
              <p:spPr>
                <a:xfrm>
                  <a:off x="3815614" y="2093927"/>
                  <a:ext cx="332209" cy="217687"/>
                </a:xfrm>
                <a:custGeom>
                  <a:avLst/>
                  <a:gdLst>
                    <a:gd name="connsiteX0" fmla="*/ 22860 w 332209"/>
                    <a:gd name="connsiteY0" fmla="*/ 0 h 217687"/>
                    <a:gd name="connsiteX1" fmla="*/ 332209 w 332209"/>
                    <a:gd name="connsiteY1" fmla="*/ 178603 h 217687"/>
                    <a:gd name="connsiteX2" fmla="*/ 308465 w 332209"/>
                    <a:gd name="connsiteY2" fmla="*/ 217687 h 217687"/>
                    <a:gd name="connsiteX3" fmla="*/ 0 w 332209"/>
                    <a:gd name="connsiteY3" fmla="*/ 39594 h 217687"/>
                    <a:gd name="connsiteX4" fmla="*/ 22860 w 332209"/>
                    <a:gd name="connsiteY4" fmla="*/ 0 h 2176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09" h="217687">
                      <a:moveTo>
                        <a:pt x="22860" y="0"/>
                      </a:moveTo>
                      <a:lnTo>
                        <a:pt x="332209" y="178603"/>
                      </a:lnTo>
                      <a:lnTo>
                        <a:pt x="308465" y="217687"/>
                      </a:lnTo>
                      <a:lnTo>
                        <a:pt x="0" y="39594"/>
                      </a:lnTo>
                      <a:lnTo>
                        <a:pt x="2286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Freeform: Shape 275">
                  <a:extLst>
                    <a:ext uri="{FF2B5EF4-FFF2-40B4-BE49-F238E27FC236}">
                      <a16:creationId xmlns:a16="http://schemas.microsoft.com/office/drawing/2014/main" id="{DC596880-09B7-239F-428A-2200D47BCCBE}"/>
                    </a:ext>
                  </a:extLst>
                </p:cNvPr>
                <p:cNvSpPr/>
                <p:nvPr/>
              </p:nvSpPr>
              <p:spPr>
                <a:xfrm>
                  <a:off x="8032238" y="2093927"/>
                  <a:ext cx="328063" cy="215292"/>
                </a:xfrm>
                <a:custGeom>
                  <a:avLst/>
                  <a:gdLst>
                    <a:gd name="connsiteX0" fmla="*/ 305203 w 328063"/>
                    <a:gd name="connsiteY0" fmla="*/ 0 h 215292"/>
                    <a:gd name="connsiteX1" fmla="*/ 328063 w 328063"/>
                    <a:gd name="connsiteY1" fmla="*/ 39593 h 215292"/>
                    <a:gd name="connsiteX2" fmla="*/ 23743 w 328063"/>
                    <a:gd name="connsiteY2" fmla="*/ 215292 h 215292"/>
                    <a:gd name="connsiteX3" fmla="*/ 0 w 328063"/>
                    <a:gd name="connsiteY3" fmla="*/ 176209 h 215292"/>
                    <a:gd name="connsiteX4" fmla="*/ 305203 w 328063"/>
                    <a:gd name="connsiteY4" fmla="*/ 0 h 215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3" h="215292">
                      <a:moveTo>
                        <a:pt x="305203" y="0"/>
                      </a:moveTo>
                      <a:lnTo>
                        <a:pt x="328063" y="39593"/>
                      </a:lnTo>
                      <a:lnTo>
                        <a:pt x="23743" y="215292"/>
                      </a:lnTo>
                      <a:lnTo>
                        <a:pt x="0" y="176209"/>
                      </a:lnTo>
                      <a:lnTo>
                        <a:pt x="30520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Freeform: Shape 276">
                  <a:extLst>
                    <a:ext uri="{FF2B5EF4-FFF2-40B4-BE49-F238E27FC236}">
                      <a16:creationId xmlns:a16="http://schemas.microsoft.com/office/drawing/2014/main" id="{CDF02E18-9440-A44F-3A2F-4F137627F46D}"/>
                    </a:ext>
                  </a:extLst>
                </p:cNvPr>
                <p:cNvSpPr/>
                <p:nvPr/>
              </p:nvSpPr>
              <p:spPr>
                <a:xfrm>
                  <a:off x="3560320" y="2721289"/>
                  <a:ext cx="356833" cy="136723"/>
                </a:xfrm>
                <a:custGeom>
                  <a:avLst/>
                  <a:gdLst>
                    <a:gd name="connsiteX0" fmla="*/ 11833 w 356833"/>
                    <a:gd name="connsiteY0" fmla="*/ 0 h 136723"/>
                    <a:gd name="connsiteX1" fmla="*/ 356833 w 356833"/>
                    <a:gd name="connsiteY1" fmla="*/ 92443 h 136723"/>
                    <a:gd name="connsiteX2" fmla="*/ 345447 w 356833"/>
                    <a:gd name="connsiteY2" fmla="*/ 136723 h 136723"/>
                    <a:gd name="connsiteX3" fmla="*/ 0 w 356833"/>
                    <a:gd name="connsiteY3" fmla="*/ 44161 h 136723"/>
                    <a:gd name="connsiteX4" fmla="*/ 11833 w 356833"/>
                    <a:gd name="connsiteY4" fmla="*/ 0 h 136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3" h="136723">
                      <a:moveTo>
                        <a:pt x="11833" y="0"/>
                      </a:moveTo>
                      <a:lnTo>
                        <a:pt x="356833" y="92443"/>
                      </a:lnTo>
                      <a:lnTo>
                        <a:pt x="345447" y="136723"/>
                      </a:lnTo>
                      <a:lnTo>
                        <a:pt x="0" y="44161"/>
                      </a:lnTo>
                      <a:lnTo>
                        <a:pt x="1183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Freeform: Shape 277">
                  <a:extLst>
                    <a:ext uri="{FF2B5EF4-FFF2-40B4-BE49-F238E27FC236}">
                      <a16:creationId xmlns:a16="http://schemas.microsoft.com/office/drawing/2014/main" id="{D2F86145-02FE-133A-134C-97C4818C7BB8}"/>
                    </a:ext>
                  </a:extLst>
                </p:cNvPr>
                <p:cNvSpPr/>
                <p:nvPr/>
              </p:nvSpPr>
              <p:spPr>
                <a:xfrm>
                  <a:off x="8264000" y="2721289"/>
                  <a:ext cx="351595" cy="135321"/>
                </a:xfrm>
                <a:custGeom>
                  <a:avLst/>
                  <a:gdLst>
                    <a:gd name="connsiteX0" fmla="*/ 339761 w 351595"/>
                    <a:gd name="connsiteY0" fmla="*/ 0 h 135321"/>
                    <a:gd name="connsiteX1" fmla="*/ 351595 w 351595"/>
                    <a:gd name="connsiteY1" fmla="*/ 44162 h 135321"/>
                    <a:gd name="connsiteX2" fmla="*/ 11386 w 351595"/>
                    <a:gd name="connsiteY2" fmla="*/ 135321 h 135321"/>
                    <a:gd name="connsiteX3" fmla="*/ 0 w 351595"/>
                    <a:gd name="connsiteY3" fmla="*/ 91039 h 135321"/>
                    <a:gd name="connsiteX4" fmla="*/ 339761 w 351595"/>
                    <a:gd name="connsiteY4" fmla="*/ 0 h 135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1">
                      <a:moveTo>
                        <a:pt x="339761" y="0"/>
                      </a:moveTo>
                      <a:lnTo>
                        <a:pt x="351595" y="44162"/>
                      </a:lnTo>
                      <a:lnTo>
                        <a:pt x="11386" y="135321"/>
                      </a:lnTo>
                      <a:lnTo>
                        <a:pt x="0" y="91039"/>
                      </a:lnTo>
                      <a:lnTo>
                        <a:pt x="3397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Freeform: Shape 278">
                  <a:extLst>
                    <a:ext uri="{FF2B5EF4-FFF2-40B4-BE49-F238E27FC236}">
                      <a16:creationId xmlns:a16="http://schemas.microsoft.com/office/drawing/2014/main" id="{C3261F90-246C-0713-A30C-99D8E77E0F9C}"/>
                    </a:ext>
                  </a:extLst>
                </p:cNvPr>
                <p:cNvSpPr/>
                <p:nvPr/>
              </p:nvSpPr>
              <p:spPr>
                <a:xfrm>
                  <a:off x="3477279" y="3396204"/>
                  <a:ext cx="356521" cy="45719"/>
                </a:xfrm>
                <a:custGeom>
                  <a:avLst/>
                  <a:gdLst>
                    <a:gd name="connsiteX0" fmla="*/ 356520 w 356521"/>
                    <a:gd name="connsiteY0" fmla="*/ 0 h 45719"/>
                    <a:gd name="connsiteX1" fmla="*/ 355366 w 356521"/>
                    <a:gd name="connsiteY1" fmla="*/ 22857 h 45719"/>
                    <a:gd name="connsiteX2" fmla="*/ 356521 w 356521"/>
                    <a:gd name="connsiteY2" fmla="*/ 45719 h 45719"/>
                    <a:gd name="connsiteX3" fmla="*/ 1 w 356521"/>
                    <a:gd name="connsiteY3" fmla="*/ 45719 h 45719"/>
                    <a:gd name="connsiteX4" fmla="*/ 0 w 356521"/>
                    <a:gd name="connsiteY4" fmla="*/ 0 h 45719"/>
                    <a:gd name="connsiteX5" fmla="*/ 356520 w 356521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6521" h="45719">
                      <a:moveTo>
                        <a:pt x="356520" y="0"/>
                      </a:moveTo>
                      <a:lnTo>
                        <a:pt x="355366" y="22857"/>
                      </a:lnTo>
                      <a:lnTo>
                        <a:pt x="356521" y="45719"/>
                      </a:lnTo>
                      <a:lnTo>
                        <a:pt x="1" y="45719"/>
                      </a:lnTo>
                      <a:lnTo>
                        <a:pt x="0" y="0"/>
                      </a:lnTo>
                      <a:lnTo>
                        <a:pt x="35652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Freeform: Shape 279">
                  <a:extLst>
                    <a:ext uri="{FF2B5EF4-FFF2-40B4-BE49-F238E27FC236}">
                      <a16:creationId xmlns:a16="http://schemas.microsoft.com/office/drawing/2014/main" id="{5E4D1B0C-0EE7-A966-5460-D2CEF7C5F8AE}"/>
                    </a:ext>
                  </a:extLst>
                </p:cNvPr>
                <p:cNvSpPr/>
                <p:nvPr/>
              </p:nvSpPr>
              <p:spPr>
                <a:xfrm>
                  <a:off x="8347714" y="3396204"/>
                  <a:ext cx="350920" cy="45719"/>
                </a:xfrm>
                <a:custGeom>
                  <a:avLst/>
                  <a:gdLst>
                    <a:gd name="connsiteX0" fmla="*/ 0 w 350920"/>
                    <a:gd name="connsiteY0" fmla="*/ 0 h 45719"/>
                    <a:gd name="connsiteX1" fmla="*/ 350920 w 350920"/>
                    <a:gd name="connsiteY1" fmla="*/ 0 h 45719"/>
                    <a:gd name="connsiteX2" fmla="*/ 350920 w 350920"/>
                    <a:gd name="connsiteY2" fmla="*/ 45719 h 45719"/>
                    <a:gd name="connsiteX3" fmla="*/ 0 w 350920"/>
                    <a:gd name="connsiteY3" fmla="*/ 45719 h 45719"/>
                    <a:gd name="connsiteX4" fmla="*/ 1154 w 350920"/>
                    <a:gd name="connsiteY4" fmla="*/ 22857 h 45719"/>
                    <a:gd name="connsiteX5" fmla="*/ 0 w 350920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0920" h="45719">
                      <a:moveTo>
                        <a:pt x="0" y="0"/>
                      </a:moveTo>
                      <a:lnTo>
                        <a:pt x="350920" y="0"/>
                      </a:lnTo>
                      <a:lnTo>
                        <a:pt x="350920" y="45719"/>
                      </a:lnTo>
                      <a:lnTo>
                        <a:pt x="0" y="45719"/>
                      </a:lnTo>
                      <a:lnTo>
                        <a:pt x="1154" y="2285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Freeform: Shape 280">
                  <a:extLst>
                    <a:ext uri="{FF2B5EF4-FFF2-40B4-BE49-F238E27FC236}">
                      <a16:creationId xmlns:a16="http://schemas.microsoft.com/office/drawing/2014/main" id="{2C6C1BA5-CB77-0E5B-A07C-A7641D8ED1CF}"/>
                    </a:ext>
                  </a:extLst>
                </p:cNvPr>
                <p:cNvSpPr/>
                <p:nvPr/>
              </p:nvSpPr>
              <p:spPr>
                <a:xfrm>
                  <a:off x="3560319" y="3980112"/>
                  <a:ext cx="356835" cy="136724"/>
                </a:xfrm>
                <a:custGeom>
                  <a:avLst/>
                  <a:gdLst>
                    <a:gd name="connsiteX0" fmla="*/ 345449 w 356835"/>
                    <a:gd name="connsiteY0" fmla="*/ 0 h 136724"/>
                    <a:gd name="connsiteX1" fmla="*/ 356835 w 356835"/>
                    <a:gd name="connsiteY1" fmla="*/ 44281 h 136724"/>
                    <a:gd name="connsiteX2" fmla="*/ 11833 w 356835"/>
                    <a:gd name="connsiteY2" fmla="*/ 136724 h 136724"/>
                    <a:gd name="connsiteX3" fmla="*/ 0 w 356835"/>
                    <a:gd name="connsiteY3" fmla="*/ 92563 h 136724"/>
                    <a:gd name="connsiteX4" fmla="*/ 345449 w 356835"/>
                    <a:gd name="connsiteY4" fmla="*/ 0 h 136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5" h="136724">
                      <a:moveTo>
                        <a:pt x="345449" y="0"/>
                      </a:moveTo>
                      <a:lnTo>
                        <a:pt x="356835" y="44281"/>
                      </a:lnTo>
                      <a:lnTo>
                        <a:pt x="11833" y="136724"/>
                      </a:lnTo>
                      <a:lnTo>
                        <a:pt x="0" y="92563"/>
                      </a:lnTo>
                      <a:lnTo>
                        <a:pt x="34544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Freeform: Shape 281">
                  <a:extLst>
                    <a:ext uri="{FF2B5EF4-FFF2-40B4-BE49-F238E27FC236}">
                      <a16:creationId xmlns:a16="http://schemas.microsoft.com/office/drawing/2014/main" id="{76E9D7A5-6FD3-D675-9613-A88B82FE57E1}"/>
                    </a:ext>
                  </a:extLst>
                </p:cNvPr>
                <p:cNvSpPr/>
                <p:nvPr/>
              </p:nvSpPr>
              <p:spPr>
                <a:xfrm>
                  <a:off x="8264000" y="3981516"/>
                  <a:ext cx="351595" cy="135320"/>
                </a:xfrm>
                <a:custGeom>
                  <a:avLst/>
                  <a:gdLst>
                    <a:gd name="connsiteX0" fmla="*/ 11385 w 351595"/>
                    <a:gd name="connsiteY0" fmla="*/ 0 h 135320"/>
                    <a:gd name="connsiteX1" fmla="*/ 351595 w 351595"/>
                    <a:gd name="connsiteY1" fmla="*/ 91159 h 135320"/>
                    <a:gd name="connsiteX2" fmla="*/ 339762 w 351595"/>
                    <a:gd name="connsiteY2" fmla="*/ 135320 h 135320"/>
                    <a:gd name="connsiteX3" fmla="*/ 0 w 351595"/>
                    <a:gd name="connsiteY3" fmla="*/ 44281 h 135320"/>
                    <a:gd name="connsiteX4" fmla="*/ 11385 w 351595"/>
                    <a:gd name="connsiteY4" fmla="*/ 0 h 135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0">
                      <a:moveTo>
                        <a:pt x="11385" y="0"/>
                      </a:moveTo>
                      <a:lnTo>
                        <a:pt x="351595" y="91159"/>
                      </a:lnTo>
                      <a:lnTo>
                        <a:pt x="339762" y="135320"/>
                      </a:lnTo>
                      <a:lnTo>
                        <a:pt x="0" y="44281"/>
                      </a:lnTo>
                      <a:lnTo>
                        <a:pt x="1138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Freeform: Shape 282">
                  <a:extLst>
                    <a:ext uri="{FF2B5EF4-FFF2-40B4-BE49-F238E27FC236}">
                      <a16:creationId xmlns:a16="http://schemas.microsoft.com/office/drawing/2014/main" id="{947F2510-B3A4-BD73-5BC7-B0D2A69AD7FC}"/>
                    </a:ext>
                  </a:extLst>
                </p:cNvPr>
                <p:cNvSpPr/>
                <p:nvPr/>
              </p:nvSpPr>
              <p:spPr>
                <a:xfrm>
                  <a:off x="3815614" y="4526511"/>
                  <a:ext cx="332211" cy="217688"/>
                </a:xfrm>
                <a:custGeom>
                  <a:avLst/>
                  <a:gdLst>
                    <a:gd name="connsiteX0" fmla="*/ 308467 w 332211"/>
                    <a:gd name="connsiteY0" fmla="*/ 0 h 217688"/>
                    <a:gd name="connsiteX1" fmla="*/ 332211 w 332211"/>
                    <a:gd name="connsiteY1" fmla="*/ 39084 h 217688"/>
                    <a:gd name="connsiteX2" fmla="*/ 22860 w 332211"/>
                    <a:gd name="connsiteY2" fmla="*/ 217688 h 217688"/>
                    <a:gd name="connsiteX3" fmla="*/ 0 w 332211"/>
                    <a:gd name="connsiteY3" fmla="*/ 178093 h 217688"/>
                    <a:gd name="connsiteX4" fmla="*/ 308467 w 332211"/>
                    <a:gd name="connsiteY4" fmla="*/ 0 h 217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11" h="217688">
                      <a:moveTo>
                        <a:pt x="308467" y="0"/>
                      </a:moveTo>
                      <a:lnTo>
                        <a:pt x="332211" y="39084"/>
                      </a:lnTo>
                      <a:lnTo>
                        <a:pt x="22860" y="217688"/>
                      </a:lnTo>
                      <a:lnTo>
                        <a:pt x="0" y="178093"/>
                      </a:lnTo>
                      <a:lnTo>
                        <a:pt x="30846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Freeform: Shape 283">
                  <a:extLst>
                    <a:ext uri="{FF2B5EF4-FFF2-40B4-BE49-F238E27FC236}">
                      <a16:creationId xmlns:a16="http://schemas.microsoft.com/office/drawing/2014/main" id="{DD5FBE2C-0F26-4231-C76B-06F0C1ADD0BC}"/>
                    </a:ext>
                  </a:extLst>
                </p:cNvPr>
                <p:cNvSpPr/>
                <p:nvPr/>
              </p:nvSpPr>
              <p:spPr>
                <a:xfrm>
                  <a:off x="8032234" y="4528904"/>
                  <a:ext cx="328066" cy="215294"/>
                </a:xfrm>
                <a:custGeom>
                  <a:avLst/>
                  <a:gdLst>
                    <a:gd name="connsiteX0" fmla="*/ 23744 w 328066"/>
                    <a:gd name="connsiteY0" fmla="*/ 0 h 215294"/>
                    <a:gd name="connsiteX1" fmla="*/ 328066 w 328066"/>
                    <a:gd name="connsiteY1" fmla="*/ 175700 h 215294"/>
                    <a:gd name="connsiteX2" fmla="*/ 305206 w 328066"/>
                    <a:gd name="connsiteY2" fmla="*/ 215294 h 215294"/>
                    <a:gd name="connsiteX3" fmla="*/ 0 w 328066"/>
                    <a:gd name="connsiteY3" fmla="*/ 39084 h 215294"/>
                    <a:gd name="connsiteX4" fmla="*/ 23744 w 328066"/>
                    <a:gd name="connsiteY4" fmla="*/ 0 h 215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6" h="215294">
                      <a:moveTo>
                        <a:pt x="23744" y="0"/>
                      </a:moveTo>
                      <a:lnTo>
                        <a:pt x="328066" y="175700"/>
                      </a:lnTo>
                      <a:lnTo>
                        <a:pt x="305206" y="215294"/>
                      </a:lnTo>
                      <a:lnTo>
                        <a:pt x="0" y="39084"/>
                      </a:lnTo>
                      <a:lnTo>
                        <a:pt x="2374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Freeform: Shape 284">
                  <a:extLst>
                    <a:ext uri="{FF2B5EF4-FFF2-40B4-BE49-F238E27FC236}">
                      <a16:creationId xmlns:a16="http://schemas.microsoft.com/office/drawing/2014/main" id="{9803189C-A7FC-941E-6314-3EABEE634777}"/>
                    </a:ext>
                  </a:extLst>
                </p:cNvPr>
                <p:cNvSpPr/>
                <p:nvPr/>
              </p:nvSpPr>
              <p:spPr>
                <a:xfrm>
                  <a:off x="4225765" y="4997386"/>
                  <a:ext cx="283736" cy="283869"/>
                </a:xfrm>
                <a:custGeom>
                  <a:avLst/>
                  <a:gdLst>
                    <a:gd name="connsiteX0" fmla="*/ 251541 w 283736"/>
                    <a:gd name="connsiteY0" fmla="*/ 0 h 283869"/>
                    <a:gd name="connsiteX1" fmla="*/ 268265 w 283736"/>
                    <a:gd name="connsiteY1" fmla="*/ 18401 h 283869"/>
                    <a:gd name="connsiteX2" fmla="*/ 283736 w 283736"/>
                    <a:gd name="connsiteY2" fmla="*/ 32462 h 283869"/>
                    <a:gd name="connsiteX3" fmla="*/ 32328 w 283736"/>
                    <a:gd name="connsiteY3" fmla="*/ 283869 h 283869"/>
                    <a:gd name="connsiteX4" fmla="*/ 0 w 283736"/>
                    <a:gd name="connsiteY4" fmla="*/ 251541 h 283869"/>
                    <a:gd name="connsiteX5" fmla="*/ 251541 w 283736"/>
                    <a:gd name="connsiteY5" fmla="*/ 0 h 283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6" h="283869">
                      <a:moveTo>
                        <a:pt x="251541" y="0"/>
                      </a:moveTo>
                      <a:lnTo>
                        <a:pt x="268265" y="18401"/>
                      </a:lnTo>
                      <a:lnTo>
                        <a:pt x="283736" y="32462"/>
                      </a:lnTo>
                      <a:lnTo>
                        <a:pt x="32328" y="283869"/>
                      </a:lnTo>
                      <a:lnTo>
                        <a:pt x="0" y="251541"/>
                      </a:lnTo>
                      <a:lnTo>
                        <a:pt x="25154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Freeform: Shape 285">
                  <a:extLst>
                    <a:ext uri="{FF2B5EF4-FFF2-40B4-BE49-F238E27FC236}">
                      <a16:creationId xmlns:a16="http://schemas.microsoft.com/office/drawing/2014/main" id="{B0191D63-96D1-1905-0A16-2F1D0480761D}"/>
                    </a:ext>
                  </a:extLst>
                </p:cNvPr>
                <p:cNvSpPr/>
                <p:nvPr/>
              </p:nvSpPr>
              <p:spPr>
                <a:xfrm>
                  <a:off x="7669079" y="5000318"/>
                  <a:ext cx="281070" cy="280936"/>
                </a:xfrm>
                <a:custGeom>
                  <a:avLst/>
                  <a:gdLst>
                    <a:gd name="connsiteX0" fmla="*/ 32462 w 281070"/>
                    <a:gd name="connsiteY0" fmla="*/ 0 h 280936"/>
                    <a:gd name="connsiteX1" fmla="*/ 281070 w 281070"/>
                    <a:gd name="connsiteY1" fmla="*/ 248608 h 280936"/>
                    <a:gd name="connsiteX2" fmla="*/ 248742 w 281070"/>
                    <a:gd name="connsiteY2" fmla="*/ 280936 h 280936"/>
                    <a:gd name="connsiteX3" fmla="*/ 0 w 281070"/>
                    <a:gd name="connsiteY3" fmla="*/ 32194 h 280936"/>
                    <a:gd name="connsiteX4" fmla="*/ 18403 w 281070"/>
                    <a:gd name="connsiteY4" fmla="*/ 15468 h 280936"/>
                    <a:gd name="connsiteX5" fmla="*/ 32462 w 281070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70" h="280936">
                      <a:moveTo>
                        <a:pt x="32462" y="0"/>
                      </a:moveTo>
                      <a:lnTo>
                        <a:pt x="281070" y="248608"/>
                      </a:lnTo>
                      <a:lnTo>
                        <a:pt x="248742" y="280936"/>
                      </a:lnTo>
                      <a:lnTo>
                        <a:pt x="0" y="32194"/>
                      </a:lnTo>
                      <a:lnTo>
                        <a:pt x="18403" y="15468"/>
                      </a:lnTo>
                      <a:lnTo>
                        <a:pt x="3246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" name="Freeform: Shape 286">
                  <a:extLst>
                    <a:ext uri="{FF2B5EF4-FFF2-40B4-BE49-F238E27FC236}">
                      <a16:creationId xmlns:a16="http://schemas.microsoft.com/office/drawing/2014/main" id="{3FA9E4CB-BBC1-6AE5-E07B-404924EF5C9B}"/>
                    </a:ext>
                  </a:extLst>
                </p:cNvPr>
                <p:cNvSpPr/>
                <p:nvPr/>
              </p:nvSpPr>
              <p:spPr>
                <a:xfrm>
                  <a:off x="4762823" y="5360009"/>
                  <a:ext cx="217217" cy="331397"/>
                </a:xfrm>
                <a:custGeom>
                  <a:avLst/>
                  <a:gdLst>
                    <a:gd name="connsiteX0" fmla="*/ 178134 w 217217"/>
                    <a:gd name="connsiteY0" fmla="*/ 0 h 331397"/>
                    <a:gd name="connsiteX1" fmla="*/ 217217 w 217217"/>
                    <a:gd name="connsiteY1" fmla="*/ 23744 h 331397"/>
                    <a:gd name="connsiteX2" fmla="*/ 39593 w 217217"/>
                    <a:gd name="connsiteY2" fmla="*/ 331397 h 331397"/>
                    <a:gd name="connsiteX3" fmla="*/ 0 w 217217"/>
                    <a:gd name="connsiteY3" fmla="*/ 308537 h 331397"/>
                    <a:gd name="connsiteX4" fmla="*/ 178134 w 217217"/>
                    <a:gd name="connsiteY4" fmla="*/ 0 h 331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7">
                      <a:moveTo>
                        <a:pt x="178134" y="0"/>
                      </a:moveTo>
                      <a:lnTo>
                        <a:pt x="217217" y="23744"/>
                      </a:lnTo>
                      <a:lnTo>
                        <a:pt x="39593" y="331397"/>
                      </a:lnTo>
                      <a:lnTo>
                        <a:pt x="0" y="308537"/>
                      </a:lnTo>
                      <a:lnTo>
                        <a:pt x="17813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" name="Freeform: Shape 287">
                  <a:extLst>
                    <a:ext uri="{FF2B5EF4-FFF2-40B4-BE49-F238E27FC236}">
                      <a16:creationId xmlns:a16="http://schemas.microsoft.com/office/drawing/2014/main" id="{E62342C5-B73C-DDDB-3181-DFC1B81788AD}"/>
                    </a:ext>
                  </a:extLst>
                </p:cNvPr>
                <p:cNvSpPr/>
                <p:nvPr/>
              </p:nvSpPr>
              <p:spPr>
                <a:xfrm>
                  <a:off x="7197328" y="5362526"/>
                  <a:ext cx="215764" cy="328878"/>
                </a:xfrm>
                <a:custGeom>
                  <a:avLst/>
                  <a:gdLst>
                    <a:gd name="connsiteX0" fmla="*/ 39084 w 215764"/>
                    <a:gd name="connsiteY0" fmla="*/ 0 h 328878"/>
                    <a:gd name="connsiteX1" fmla="*/ 215764 w 215764"/>
                    <a:gd name="connsiteY1" fmla="*/ 306019 h 328878"/>
                    <a:gd name="connsiteX2" fmla="*/ 176170 w 215764"/>
                    <a:gd name="connsiteY2" fmla="*/ 328878 h 328878"/>
                    <a:gd name="connsiteX3" fmla="*/ 0 w 215764"/>
                    <a:gd name="connsiteY3" fmla="*/ 23744 h 328878"/>
                    <a:gd name="connsiteX4" fmla="*/ 39084 w 215764"/>
                    <a:gd name="connsiteY4" fmla="*/ 0 h 3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4" h="328878">
                      <a:moveTo>
                        <a:pt x="39084" y="0"/>
                      </a:moveTo>
                      <a:lnTo>
                        <a:pt x="215764" y="306019"/>
                      </a:lnTo>
                      <a:lnTo>
                        <a:pt x="176170" y="328878"/>
                      </a:lnTo>
                      <a:lnTo>
                        <a:pt x="0" y="23744"/>
                      </a:lnTo>
                      <a:lnTo>
                        <a:pt x="3908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" name="Freeform: Shape 288">
                  <a:extLst>
                    <a:ext uri="{FF2B5EF4-FFF2-40B4-BE49-F238E27FC236}">
                      <a16:creationId xmlns:a16="http://schemas.microsoft.com/office/drawing/2014/main" id="{26336F8C-1891-CCF5-A245-21951FFA96F8}"/>
                    </a:ext>
                  </a:extLst>
                </p:cNvPr>
                <p:cNvSpPr/>
                <p:nvPr/>
              </p:nvSpPr>
              <p:spPr>
                <a:xfrm>
                  <a:off x="5390184" y="5591812"/>
                  <a:ext cx="136202" cy="354889"/>
                </a:xfrm>
                <a:custGeom>
                  <a:avLst/>
                  <a:gdLst>
                    <a:gd name="connsiteX0" fmla="*/ 91922 w 136202"/>
                    <a:gd name="connsiteY0" fmla="*/ 0 h 354889"/>
                    <a:gd name="connsiteX1" fmla="*/ 136202 w 136202"/>
                    <a:gd name="connsiteY1" fmla="*/ 11385 h 354889"/>
                    <a:gd name="connsiteX2" fmla="*/ 44161 w 136202"/>
                    <a:gd name="connsiteY2" fmla="*/ 354889 h 354889"/>
                    <a:gd name="connsiteX3" fmla="*/ 0 w 136202"/>
                    <a:gd name="connsiteY3" fmla="*/ 343056 h 354889"/>
                    <a:gd name="connsiteX4" fmla="*/ 91922 w 136202"/>
                    <a:gd name="connsiteY4" fmla="*/ 0 h 354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9">
                      <a:moveTo>
                        <a:pt x="91922" y="0"/>
                      </a:moveTo>
                      <a:lnTo>
                        <a:pt x="136202" y="11385"/>
                      </a:lnTo>
                      <a:lnTo>
                        <a:pt x="44161" y="354889"/>
                      </a:lnTo>
                      <a:lnTo>
                        <a:pt x="0" y="343056"/>
                      </a:lnTo>
                      <a:lnTo>
                        <a:pt x="9192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" name="Freeform: Shape 289">
                  <a:extLst>
                    <a:ext uri="{FF2B5EF4-FFF2-40B4-BE49-F238E27FC236}">
                      <a16:creationId xmlns:a16="http://schemas.microsoft.com/office/drawing/2014/main" id="{87A9F012-00F0-5824-6595-8DB65E9589F0}"/>
                    </a:ext>
                  </a:extLst>
                </p:cNvPr>
                <p:cNvSpPr/>
                <p:nvPr/>
              </p:nvSpPr>
              <p:spPr>
                <a:xfrm>
                  <a:off x="6649888" y="5593157"/>
                  <a:ext cx="135842" cy="353542"/>
                </a:xfrm>
                <a:custGeom>
                  <a:avLst/>
                  <a:gdLst>
                    <a:gd name="connsiteX0" fmla="*/ 44281 w 135842"/>
                    <a:gd name="connsiteY0" fmla="*/ 0 h 353542"/>
                    <a:gd name="connsiteX1" fmla="*/ 135842 w 135842"/>
                    <a:gd name="connsiteY1" fmla="*/ 341709 h 353542"/>
                    <a:gd name="connsiteX2" fmla="*/ 91681 w 135842"/>
                    <a:gd name="connsiteY2" fmla="*/ 353542 h 353542"/>
                    <a:gd name="connsiteX3" fmla="*/ 0 w 135842"/>
                    <a:gd name="connsiteY3" fmla="*/ 11386 h 353542"/>
                    <a:gd name="connsiteX4" fmla="*/ 44281 w 135842"/>
                    <a:gd name="connsiteY4" fmla="*/ 0 h 353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2" h="353542">
                      <a:moveTo>
                        <a:pt x="44281" y="0"/>
                      </a:moveTo>
                      <a:lnTo>
                        <a:pt x="135842" y="341709"/>
                      </a:lnTo>
                      <a:lnTo>
                        <a:pt x="91681" y="353542"/>
                      </a:lnTo>
                      <a:lnTo>
                        <a:pt x="0" y="11386"/>
                      </a:lnTo>
                      <a:lnTo>
                        <a:pt x="4428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Freeform: Shape 290">
                  <a:extLst>
                    <a:ext uri="{FF2B5EF4-FFF2-40B4-BE49-F238E27FC236}">
                      <a16:creationId xmlns:a16="http://schemas.microsoft.com/office/drawing/2014/main" id="{D73BE5FA-C910-8676-08AE-5674DC0406DB}"/>
                    </a:ext>
                  </a:extLst>
                </p:cNvPr>
                <p:cNvSpPr/>
                <p:nvPr/>
              </p:nvSpPr>
              <p:spPr>
                <a:xfrm>
                  <a:off x="6065099" y="5675878"/>
                  <a:ext cx="45719" cy="353863"/>
                </a:xfrm>
                <a:custGeom>
                  <a:avLst/>
                  <a:gdLst>
                    <a:gd name="connsiteX0" fmla="*/ 0 w 45719"/>
                    <a:gd name="connsiteY0" fmla="*/ 0 h 353863"/>
                    <a:gd name="connsiteX1" fmla="*/ 25658 w 45719"/>
                    <a:gd name="connsiteY1" fmla="*/ 1295 h 353863"/>
                    <a:gd name="connsiteX2" fmla="*/ 45719 w 45719"/>
                    <a:gd name="connsiteY2" fmla="*/ 282 h 353863"/>
                    <a:gd name="connsiteX3" fmla="*/ 45719 w 45719"/>
                    <a:gd name="connsiteY3" fmla="*/ 353863 h 353863"/>
                    <a:gd name="connsiteX4" fmla="*/ 0 w 45719"/>
                    <a:gd name="connsiteY4" fmla="*/ 353863 h 353863"/>
                    <a:gd name="connsiteX5" fmla="*/ 0 w 45719"/>
                    <a:gd name="connsiteY5" fmla="*/ 0 h 353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9" h="353863">
                      <a:moveTo>
                        <a:pt x="0" y="0"/>
                      </a:moveTo>
                      <a:lnTo>
                        <a:pt x="25658" y="1295"/>
                      </a:lnTo>
                      <a:lnTo>
                        <a:pt x="45719" y="282"/>
                      </a:lnTo>
                      <a:lnTo>
                        <a:pt x="45719" y="353863"/>
                      </a:lnTo>
                      <a:lnTo>
                        <a:pt x="0" y="3538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6" name="Circle: Hollow 263">
              <a:extLst>
                <a:ext uri="{FF2B5EF4-FFF2-40B4-BE49-F238E27FC236}">
                  <a16:creationId xmlns:a16="http://schemas.microsoft.com/office/drawing/2014/main" id="{E6D3609C-0B35-FFDB-7817-CFD8FDCCBDEA}"/>
                </a:ext>
              </a:extLst>
            </p:cNvPr>
            <p:cNvSpPr/>
            <p:nvPr/>
          </p:nvSpPr>
          <p:spPr>
            <a:xfrm>
              <a:off x="2536424" y="967127"/>
              <a:ext cx="4877362" cy="4877362"/>
            </a:xfrm>
            <a:prstGeom prst="donut">
              <a:avLst>
                <a:gd name="adj" fmla="val 120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Circle: Hollow 264">
              <a:extLst>
                <a:ext uri="{FF2B5EF4-FFF2-40B4-BE49-F238E27FC236}">
                  <a16:creationId xmlns:a16="http://schemas.microsoft.com/office/drawing/2014/main" id="{9FDC15D1-834A-900E-0929-A38390BF333B}"/>
                </a:ext>
              </a:extLst>
            </p:cNvPr>
            <p:cNvSpPr/>
            <p:nvPr/>
          </p:nvSpPr>
          <p:spPr>
            <a:xfrm>
              <a:off x="2215784" y="646487"/>
              <a:ext cx="5518642" cy="5518642"/>
            </a:xfrm>
            <a:prstGeom prst="donut">
              <a:avLst>
                <a:gd name="adj" fmla="val 6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0CF98DA4-2029-4A52-A4C4-6FC74E035E50}"/>
              </a:ext>
            </a:extLst>
          </p:cNvPr>
          <p:cNvSpPr txBox="1"/>
          <p:nvPr/>
        </p:nvSpPr>
        <p:spPr>
          <a:xfrm>
            <a:off x="11608668" y="681984"/>
            <a:ext cx="5797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9</a:t>
            </a:r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r>
              <a:rPr lang="en-US" sz="800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of</a:t>
            </a:r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15</a:t>
            </a:r>
            <a:endParaRPr lang="en-ID" sz="800" b="1" i="1" dirty="0">
              <a:solidFill>
                <a:schemeClr val="bg1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028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4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75A549-0E5F-E0F8-31DB-4C726B5629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54958A6-423B-F333-025F-DB0F6B7E1C8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000"/>
          <a:stretch/>
        </p:blipFill>
        <p:spPr>
          <a:xfrm>
            <a:off x="-1" y="0"/>
            <a:ext cx="12191999" cy="685800"/>
          </a:xfrm>
          <a:prstGeom prst="rect">
            <a:avLst/>
          </a:prstGeom>
        </p:spPr>
      </p:pic>
      <p:sp>
        <p:nvSpPr>
          <p:cNvPr id="4" name="Google Shape;477;p1">
            <a:extLst>
              <a:ext uri="{FF2B5EF4-FFF2-40B4-BE49-F238E27FC236}">
                <a16:creationId xmlns:a16="http://schemas.microsoft.com/office/drawing/2014/main" id="{252955AD-3800-D9A7-3CD8-A4406D5DD1D9}"/>
              </a:ext>
            </a:extLst>
          </p:cNvPr>
          <p:cNvSpPr/>
          <p:nvPr/>
        </p:nvSpPr>
        <p:spPr>
          <a:xfrm flipH="1">
            <a:off x="6319106" y="57357"/>
            <a:ext cx="386494" cy="491283"/>
          </a:xfrm>
          <a:custGeom>
            <a:avLst/>
            <a:gdLst/>
            <a:ahLst/>
            <a:cxnLst/>
            <a:rect l="l" t="t" r="r" b="b"/>
            <a:pathLst>
              <a:path w="2221473" h="2823776" extrusionOk="0">
                <a:moveTo>
                  <a:pt x="361496" y="1070087"/>
                </a:moveTo>
                <a:lnTo>
                  <a:pt x="676002" y="1396296"/>
                </a:lnTo>
                <a:lnTo>
                  <a:pt x="821417" y="1221127"/>
                </a:lnTo>
                <a:lnTo>
                  <a:pt x="621149" y="1026182"/>
                </a:lnTo>
                <a:lnTo>
                  <a:pt x="778629" y="909320"/>
                </a:lnTo>
                <a:lnTo>
                  <a:pt x="1158331" y="1270000"/>
                </a:lnTo>
                <a:lnTo>
                  <a:pt x="686526" y="1724318"/>
                </a:lnTo>
                <a:lnTo>
                  <a:pt x="0" y="1075348"/>
                </a:lnTo>
                <a:lnTo>
                  <a:pt x="768531" y="280147"/>
                </a:lnTo>
                <a:lnTo>
                  <a:pt x="1860277" y="1378243"/>
                </a:lnTo>
                <a:cubicBezTo>
                  <a:pt x="1858977" y="1285321"/>
                  <a:pt x="1857676" y="1192400"/>
                  <a:pt x="1856376" y="1099478"/>
                </a:cubicBezTo>
                <a:lnTo>
                  <a:pt x="1284241" y="554355"/>
                </a:lnTo>
                <a:lnTo>
                  <a:pt x="1825233" y="0"/>
                </a:lnTo>
                <a:lnTo>
                  <a:pt x="2221473" y="320062"/>
                </a:lnTo>
                <a:lnTo>
                  <a:pt x="2217420" y="650262"/>
                </a:lnTo>
                <a:lnTo>
                  <a:pt x="2026920" y="820351"/>
                </a:lnTo>
                <a:lnTo>
                  <a:pt x="1751511" y="570342"/>
                </a:lnTo>
                <a:lnTo>
                  <a:pt x="1858827" y="440802"/>
                </a:lnTo>
                <a:lnTo>
                  <a:pt x="2025197" y="597012"/>
                </a:lnTo>
                <a:lnTo>
                  <a:pt x="2132512" y="503667"/>
                </a:lnTo>
                <a:lnTo>
                  <a:pt x="1837872" y="249667"/>
                </a:lnTo>
                <a:lnTo>
                  <a:pt x="1552122" y="569707"/>
                </a:lnTo>
                <a:lnTo>
                  <a:pt x="2071552" y="1052307"/>
                </a:lnTo>
                <a:cubicBezTo>
                  <a:pt x="2069859" y="1235187"/>
                  <a:pt x="2068165" y="1418067"/>
                  <a:pt x="2066472" y="1600947"/>
                </a:cubicBezTo>
                <a:lnTo>
                  <a:pt x="2213792" y="1738107"/>
                </a:lnTo>
                <a:cubicBezTo>
                  <a:pt x="2216060" y="1922106"/>
                  <a:pt x="2218327" y="2106104"/>
                  <a:pt x="2220595" y="2290103"/>
                </a:cubicBezTo>
                <a:lnTo>
                  <a:pt x="1877060" y="2292552"/>
                </a:lnTo>
                <a:lnTo>
                  <a:pt x="1347078" y="1760422"/>
                </a:lnTo>
                <a:lnTo>
                  <a:pt x="924168" y="2170654"/>
                </a:lnTo>
                <a:lnTo>
                  <a:pt x="1270906" y="2520539"/>
                </a:lnTo>
                <a:lnTo>
                  <a:pt x="1375681" y="2366576"/>
                </a:lnTo>
                <a:lnTo>
                  <a:pt x="1199877" y="2216716"/>
                </a:lnTo>
                <a:lnTo>
                  <a:pt x="1355271" y="2047987"/>
                </a:lnTo>
                <a:lnTo>
                  <a:pt x="1712595" y="2369116"/>
                </a:lnTo>
                <a:lnTo>
                  <a:pt x="1291046" y="2823776"/>
                </a:lnTo>
                <a:lnTo>
                  <a:pt x="579846" y="2140174"/>
                </a:lnTo>
                <a:lnTo>
                  <a:pt x="1327269" y="1428974"/>
                </a:lnTo>
                <a:lnTo>
                  <a:pt x="1952109" y="2058872"/>
                </a:lnTo>
                <a:lnTo>
                  <a:pt x="2200002" y="2063952"/>
                </a:lnTo>
                <a:lnTo>
                  <a:pt x="813162" y="647358"/>
                </a:lnTo>
                <a:lnTo>
                  <a:pt x="361496" y="1070087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B236FE-FB36-3733-C2DB-811883ACF86D}"/>
              </a:ext>
            </a:extLst>
          </p:cNvPr>
          <p:cNvSpPr txBox="1"/>
          <p:nvPr/>
        </p:nvSpPr>
        <p:spPr>
          <a:xfrm>
            <a:off x="11608668" y="685800"/>
            <a:ext cx="5797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10</a:t>
            </a:r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r>
              <a:rPr lang="en-US" sz="800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of</a:t>
            </a:r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15</a:t>
            </a:r>
            <a:endParaRPr lang="en-ID" sz="800" b="1" i="1" dirty="0">
              <a:solidFill>
                <a:schemeClr val="bg1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511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AFD81B-DAB0-3F87-0701-DFB947F3EF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0EF63DD-C3A8-B19F-E85A-7106232C67DF}"/>
              </a:ext>
            </a:extLst>
          </p:cNvPr>
          <p:cNvGrpSpPr/>
          <p:nvPr/>
        </p:nvGrpSpPr>
        <p:grpSpPr>
          <a:xfrm>
            <a:off x="11059160" y="468569"/>
            <a:ext cx="754758" cy="760942"/>
            <a:chOff x="2154470" y="585173"/>
            <a:chExt cx="5641271" cy="5641271"/>
          </a:xfrm>
          <a:solidFill>
            <a:schemeClr val="bg1">
              <a:lumMod val="75000"/>
              <a:alpha val="60000"/>
            </a:schemeClr>
          </a:solidFill>
          <a:effectLst/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6AA4DE6-307B-CF60-190B-3E39E12BF6D6}"/>
                </a:ext>
              </a:extLst>
            </p:cNvPr>
            <p:cNvGrpSpPr/>
            <p:nvPr/>
          </p:nvGrpSpPr>
          <p:grpSpPr>
            <a:xfrm>
              <a:off x="2154470" y="585173"/>
              <a:ext cx="5641271" cy="5641271"/>
              <a:chOff x="3267320" y="598425"/>
              <a:chExt cx="5641271" cy="5641271"/>
            </a:xfrm>
            <a:grpFill/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028198E-54B0-5641-21A7-E1FD4E39B90E}"/>
                  </a:ext>
                </a:extLst>
              </p:cNvPr>
              <p:cNvGrpSpPr/>
              <p:nvPr/>
            </p:nvGrpSpPr>
            <p:grpSpPr>
              <a:xfrm>
                <a:off x="3267320" y="598425"/>
                <a:ext cx="5641271" cy="5641271"/>
                <a:chOff x="1224922" y="598425"/>
                <a:chExt cx="5641271" cy="5641271"/>
              </a:xfrm>
              <a:grpFill/>
            </p:grpSpPr>
            <p:sp>
              <p:nvSpPr>
                <p:cNvPr id="33" name="Rectangle 80">
                  <a:extLst>
                    <a:ext uri="{FF2B5EF4-FFF2-40B4-BE49-F238E27FC236}">
                      <a16:creationId xmlns:a16="http://schemas.microsoft.com/office/drawing/2014/main" id="{E3666912-4150-9637-A2DB-96D71E464572}"/>
                    </a:ext>
                  </a:extLst>
                </p:cNvPr>
                <p:cNvSpPr/>
                <p:nvPr/>
              </p:nvSpPr>
              <p:spPr>
                <a:xfrm rot="2700000">
                  <a:off x="3958590" y="59842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4" name="Rectangle 81">
                  <a:extLst>
                    <a:ext uri="{FF2B5EF4-FFF2-40B4-BE49-F238E27FC236}">
                      <a16:creationId xmlns:a16="http://schemas.microsoft.com/office/drawing/2014/main" id="{06862311-4911-94C4-2F3C-0841BD1B887E}"/>
                    </a:ext>
                  </a:extLst>
                </p:cNvPr>
                <p:cNvSpPr/>
                <p:nvPr/>
              </p:nvSpPr>
              <p:spPr>
                <a:xfrm rot="2700000">
                  <a:off x="3958590" y="606576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5" name="Rectangle 82">
                  <a:extLst>
                    <a:ext uri="{FF2B5EF4-FFF2-40B4-BE49-F238E27FC236}">
                      <a16:creationId xmlns:a16="http://schemas.microsoft.com/office/drawing/2014/main" id="{B4F2D75F-6821-C375-484A-4A68C26A6EF0}"/>
                    </a:ext>
                  </a:extLst>
                </p:cNvPr>
                <p:cNvSpPr/>
                <p:nvPr/>
              </p:nvSpPr>
              <p:spPr>
                <a:xfrm rot="3600000">
                  <a:off x="4666115" y="69157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6" name="Rectangle 83">
                  <a:extLst>
                    <a:ext uri="{FF2B5EF4-FFF2-40B4-BE49-F238E27FC236}">
                      <a16:creationId xmlns:a16="http://schemas.microsoft.com/office/drawing/2014/main" id="{0ED415AC-0556-BF21-3740-E0EB4BDC0818}"/>
                    </a:ext>
                  </a:extLst>
                </p:cNvPr>
                <p:cNvSpPr/>
                <p:nvPr/>
              </p:nvSpPr>
              <p:spPr>
                <a:xfrm rot="3600000">
                  <a:off x="3251065" y="597261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7" name="Rectangle 84">
                  <a:extLst>
                    <a:ext uri="{FF2B5EF4-FFF2-40B4-BE49-F238E27FC236}">
                      <a16:creationId xmlns:a16="http://schemas.microsoft.com/office/drawing/2014/main" id="{FCF742FD-6146-0CE0-A77B-34E96687DBBC}"/>
                    </a:ext>
                  </a:extLst>
                </p:cNvPr>
                <p:cNvSpPr/>
                <p:nvPr/>
              </p:nvSpPr>
              <p:spPr>
                <a:xfrm rot="4500000">
                  <a:off x="5325424" y="964667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8" name="Rectangle 85">
                  <a:extLst>
                    <a:ext uri="{FF2B5EF4-FFF2-40B4-BE49-F238E27FC236}">
                      <a16:creationId xmlns:a16="http://schemas.microsoft.com/office/drawing/2014/main" id="{7E6B6E32-72BB-ABDE-5AB7-39677B5B3D0B}"/>
                    </a:ext>
                  </a:extLst>
                </p:cNvPr>
                <p:cNvSpPr/>
                <p:nvPr/>
              </p:nvSpPr>
              <p:spPr>
                <a:xfrm rot="4500000">
                  <a:off x="2591756" y="5699520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9" name="Rectangle 86">
                  <a:extLst>
                    <a:ext uri="{FF2B5EF4-FFF2-40B4-BE49-F238E27FC236}">
                      <a16:creationId xmlns:a16="http://schemas.microsoft.com/office/drawing/2014/main" id="{0F11A609-7074-AE0F-053B-FFA08A8F5030}"/>
                    </a:ext>
                  </a:extLst>
                </p:cNvPr>
                <p:cNvSpPr/>
                <p:nvPr/>
              </p:nvSpPr>
              <p:spPr>
                <a:xfrm rot="5400000">
                  <a:off x="5891586" y="139909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0" name="Rectangle 87">
                  <a:extLst>
                    <a:ext uri="{FF2B5EF4-FFF2-40B4-BE49-F238E27FC236}">
                      <a16:creationId xmlns:a16="http://schemas.microsoft.com/office/drawing/2014/main" id="{FEA2EB2D-7647-7387-3468-A2059AF3CBAD}"/>
                    </a:ext>
                  </a:extLst>
                </p:cNvPr>
                <p:cNvSpPr/>
                <p:nvPr/>
              </p:nvSpPr>
              <p:spPr>
                <a:xfrm rot="5400000">
                  <a:off x="2025594" y="526508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1" name="Rectangle 88">
                  <a:extLst>
                    <a:ext uri="{FF2B5EF4-FFF2-40B4-BE49-F238E27FC236}">
                      <a16:creationId xmlns:a16="http://schemas.microsoft.com/office/drawing/2014/main" id="{7D2D9B21-063E-D0A5-3E4A-E9EB7A934D9A}"/>
                    </a:ext>
                  </a:extLst>
                </p:cNvPr>
                <p:cNvSpPr/>
                <p:nvPr/>
              </p:nvSpPr>
              <p:spPr>
                <a:xfrm rot="6300000">
                  <a:off x="6326016" y="196525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2" name="Rectangle 89">
                  <a:extLst>
                    <a:ext uri="{FF2B5EF4-FFF2-40B4-BE49-F238E27FC236}">
                      <a16:creationId xmlns:a16="http://schemas.microsoft.com/office/drawing/2014/main" id="{0392B643-BDEB-7C88-6CBE-5713F1C8D38C}"/>
                    </a:ext>
                  </a:extLst>
                </p:cNvPr>
                <p:cNvSpPr/>
                <p:nvPr/>
              </p:nvSpPr>
              <p:spPr>
                <a:xfrm rot="6300000">
                  <a:off x="1591164" y="469892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3" name="Rectangle 90">
                  <a:extLst>
                    <a:ext uri="{FF2B5EF4-FFF2-40B4-BE49-F238E27FC236}">
                      <a16:creationId xmlns:a16="http://schemas.microsoft.com/office/drawing/2014/main" id="{3F57115D-5F0C-7852-E54C-7AC51C939DD2}"/>
                    </a:ext>
                  </a:extLst>
                </p:cNvPr>
                <p:cNvSpPr/>
                <p:nvPr/>
              </p:nvSpPr>
              <p:spPr>
                <a:xfrm rot="7200000">
                  <a:off x="6599111" y="262456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4" name="Rectangle 91">
                  <a:extLst>
                    <a:ext uri="{FF2B5EF4-FFF2-40B4-BE49-F238E27FC236}">
                      <a16:creationId xmlns:a16="http://schemas.microsoft.com/office/drawing/2014/main" id="{A45C60C5-A811-A959-CE65-7D367553DF30}"/>
                    </a:ext>
                  </a:extLst>
                </p:cNvPr>
                <p:cNvSpPr/>
                <p:nvPr/>
              </p:nvSpPr>
              <p:spPr>
                <a:xfrm rot="7200000">
                  <a:off x="1318069" y="403961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5" name="Rectangle 92">
                  <a:extLst>
                    <a:ext uri="{FF2B5EF4-FFF2-40B4-BE49-F238E27FC236}">
                      <a16:creationId xmlns:a16="http://schemas.microsoft.com/office/drawing/2014/main" id="{1D8FAC5D-1178-BE85-8B34-7DA14127052C}"/>
                    </a:ext>
                  </a:extLst>
                </p:cNvPr>
                <p:cNvSpPr/>
                <p:nvPr/>
              </p:nvSpPr>
              <p:spPr>
                <a:xfrm rot="8100000">
                  <a:off x="6692259" y="3332094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6" name="Rectangle 93">
                  <a:extLst>
                    <a:ext uri="{FF2B5EF4-FFF2-40B4-BE49-F238E27FC236}">
                      <a16:creationId xmlns:a16="http://schemas.microsoft.com/office/drawing/2014/main" id="{E9C73166-5686-6261-8981-385104057888}"/>
                    </a:ext>
                  </a:extLst>
                </p:cNvPr>
                <p:cNvSpPr/>
                <p:nvPr/>
              </p:nvSpPr>
              <p:spPr>
                <a:xfrm rot="8100000">
                  <a:off x="1224922" y="3332094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7" name="Rectangle 94">
                  <a:extLst>
                    <a:ext uri="{FF2B5EF4-FFF2-40B4-BE49-F238E27FC236}">
                      <a16:creationId xmlns:a16="http://schemas.microsoft.com/office/drawing/2014/main" id="{46044B61-79B5-2E97-E27E-A39CB9E9F101}"/>
                    </a:ext>
                  </a:extLst>
                </p:cNvPr>
                <p:cNvSpPr/>
                <p:nvPr/>
              </p:nvSpPr>
              <p:spPr>
                <a:xfrm rot="9000000">
                  <a:off x="6599111" y="403961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8" name="Rectangle 95">
                  <a:extLst>
                    <a:ext uri="{FF2B5EF4-FFF2-40B4-BE49-F238E27FC236}">
                      <a16:creationId xmlns:a16="http://schemas.microsoft.com/office/drawing/2014/main" id="{E11483FF-150D-8A60-3C1C-BEA07EEA7FFF}"/>
                    </a:ext>
                  </a:extLst>
                </p:cNvPr>
                <p:cNvSpPr/>
                <p:nvPr/>
              </p:nvSpPr>
              <p:spPr>
                <a:xfrm rot="9000000">
                  <a:off x="1318069" y="262456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9" name="Rectangle 96">
                  <a:extLst>
                    <a:ext uri="{FF2B5EF4-FFF2-40B4-BE49-F238E27FC236}">
                      <a16:creationId xmlns:a16="http://schemas.microsoft.com/office/drawing/2014/main" id="{0171F385-39CD-2E3C-4982-D4C209E736E7}"/>
                    </a:ext>
                  </a:extLst>
                </p:cNvPr>
                <p:cNvSpPr/>
                <p:nvPr/>
              </p:nvSpPr>
              <p:spPr>
                <a:xfrm rot="9900000">
                  <a:off x="6326016" y="469892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0" name="Rectangle 97">
                  <a:extLst>
                    <a:ext uri="{FF2B5EF4-FFF2-40B4-BE49-F238E27FC236}">
                      <a16:creationId xmlns:a16="http://schemas.microsoft.com/office/drawing/2014/main" id="{46545E1E-E9B5-F7D3-93E6-F68A48C2B878}"/>
                    </a:ext>
                  </a:extLst>
                </p:cNvPr>
                <p:cNvSpPr/>
                <p:nvPr/>
              </p:nvSpPr>
              <p:spPr>
                <a:xfrm rot="9900000">
                  <a:off x="1591164" y="196525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1" name="Rectangle 98">
                  <a:extLst>
                    <a:ext uri="{FF2B5EF4-FFF2-40B4-BE49-F238E27FC236}">
                      <a16:creationId xmlns:a16="http://schemas.microsoft.com/office/drawing/2014/main" id="{4A8155C0-2141-AC7E-E0BB-F1A90FD942AF}"/>
                    </a:ext>
                  </a:extLst>
                </p:cNvPr>
                <p:cNvSpPr/>
                <p:nvPr/>
              </p:nvSpPr>
              <p:spPr>
                <a:xfrm rot="10800000">
                  <a:off x="5891586" y="526508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2" name="Rectangle 99">
                  <a:extLst>
                    <a:ext uri="{FF2B5EF4-FFF2-40B4-BE49-F238E27FC236}">
                      <a16:creationId xmlns:a16="http://schemas.microsoft.com/office/drawing/2014/main" id="{6EE2E666-7C8C-1F63-0D04-F6C50C6B74E6}"/>
                    </a:ext>
                  </a:extLst>
                </p:cNvPr>
                <p:cNvSpPr/>
                <p:nvPr/>
              </p:nvSpPr>
              <p:spPr>
                <a:xfrm rot="10800000">
                  <a:off x="2025594" y="139909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3" name="Rectangle 100">
                  <a:extLst>
                    <a:ext uri="{FF2B5EF4-FFF2-40B4-BE49-F238E27FC236}">
                      <a16:creationId xmlns:a16="http://schemas.microsoft.com/office/drawing/2014/main" id="{F24FAAF1-5502-EA9C-6AF0-28AEE12B6D60}"/>
                    </a:ext>
                  </a:extLst>
                </p:cNvPr>
                <p:cNvSpPr/>
                <p:nvPr/>
              </p:nvSpPr>
              <p:spPr>
                <a:xfrm rot="11700000">
                  <a:off x="5325424" y="5699520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4" name="Rectangle 101">
                  <a:extLst>
                    <a:ext uri="{FF2B5EF4-FFF2-40B4-BE49-F238E27FC236}">
                      <a16:creationId xmlns:a16="http://schemas.microsoft.com/office/drawing/2014/main" id="{8385AA81-DF02-7805-8365-DB69E8FDD93B}"/>
                    </a:ext>
                  </a:extLst>
                </p:cNvPr>
                <p:cNvSpPr/>
                <p:nvPr/>
              </p:nvSpPr>
              <p:spPr>
                <a:xfrm rot="11700000">
                  <a:off x="2591756" y="964667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5" name="Rectangle 102">
                  <a:extLst>
                    <a:ext uri="{FF2B5EF4-FFF2-40B4-BE49-F238E27FC236}">
                      <a16:creationId xmlns:a16="http://schemas.microsoft.com/office/drawing/2014/main" id="{5D479B9E-8DA2-AB30-A129-4E55B4AF7602}"/>
                    </a:ext>
                  </a:extLst>
                </p:cNvPr>
                <p:cNvSpPr/>
                <p:nvPr/>
              </p:nvSpPr>
              <p:spPr>
                <a:xfrm rot="12600000">
                  <a:off x="4666115" y="597261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6" name="Rectangle 103">
                  <a:extLst>
                    <a:ext uri="{FF2B5EF4-FFF2-40B4-BE49-F238E27FC236}">
                      <a16:creationId xmlns:a16="http://schemas.microsoft.com/office/drawing/2014/main" id="{59DDF495-4F30-AADA-FC45-9B400454FFEA}"/>
                    </a:ext>
                  </a:extLst>
                </p:cNvPr>
                <p:cNvSpPr/>
                <p:nvPr/>
              </p:nvSpPr>
              <p:spPr>
                <a:xfrm rot="12600000">
                  <a:off x="3251065" y="69157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053F0FD7-01F2-6978-2B21-DC4486597018}"/>
                  </a:ext>
                </a:extLst>
              </p:cNvPr>
              <p:cNvGrpSpPr/>
              <p:nvPr/>
            </p:nvGrpSpPr>
            <p:grpSpPr>
              <a:xfrm>
                <a:off x="3328637" y="659745"/>
                <a:ext cx="5518640" cy="5518638"/>
                <a:chOff x="3477279" y="808386"/>
                <a:chExt cx="5221355" cy="5221355"/>
              </a:xfrm>
              <a:grpFill/>
            </p:grpSpPr>
            <p:sp>
              <p:nvSpPr>
                <p:cNvPr id="9" name="Freeform: Shape 267">
                  <a:extLst>
                    <a:ext uri="{FF2B5EF4-FFF2-40B4-BE49-F238E27FC236}">
                      <a16:creationId xmlns:a16="http://schemas.microsoft.com/office/drawing/2014/main" id="{1CA73F50-E9F0-7BD6-F92E-E983742972A1}"/>
                    </a:ext>
                  </a:extLst>
                </p:cNvPr>
                <p:cNvSpPr/>
                <p:nvPr/>
              </p:nvSpPr>
              <p:spPr>
                <a:xfrm>
                  <a:off x="6065098" y="808386"/>
                  <a:ext cx="45718" cy="353859"/>
                </a:xfrm>
                <a:custGeom>
                  <a:avLst/>
                  <a:gdLst>
                    <a:gd name="connsiteX0" fmla="*/ 0 w 45718"/>
                    <a:gd name="connsiteY0" fmla="*/ 0 h 353859"/>
                    <a:gd name="connsiteX1" fmla="*/ 45718 w 45718"/>
                    <a:gd name="connsiteY1" fmla="*/ 0 h 353859"/>
                    <a:gd name="connsiteX2" fmla="*/ 45718 w 45718"/>
                    <a:gd name="connsiteY2" fmla="*/ 353576 h 353859"/>
                    <a:gd name="connsiteX3" fmla="*/ 25658 w 45718"/>
                    <a:gd name="connsiteY3" fmla="*/ 352563 h 353859"/>
                    <a:gd name="connsiteX4" fmla="*/ 0 w 45718"/>
                    <a:gd name="connsiteY4" fmla="*/ 353859 h 353859"/>
                    <a:gd name="connsiteX5" fmla="*/ 0 w 45718"/>
                    <a:gd name="connsiteY5" fmla="*/ 0 h 353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8" h="353859">
                      <a:moveTo>
                        <a:pt x="0" y="0"/>
                      </a:moveTo>
                      <a:lnTo>
                        <a:pt x="45718" y="0"/>
                      </a:lnTo>
                      <a:lnTo>
                        <a:pt x="45718" y="353576"/>
                      </a:lnTo>
                      <a:lnTo>
                        <a:pt x="25658" y="352563"/>
                      </a:lnTo>
                      <a:lnTo>
                        <a:pt x="0" y="35385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" name="Freeform: Shape 268">
                  <a:extLst>
                    <a:ext uri="{FF2B5EF4-FFF2-40B4-BE49-F238E27FC236}">
                      <a16:creationId xmlns:a16="http://schemas.microsoft.com/office/drawing/2014/main" id="{4FA4E6D2-7A5B-12F5-1EBC-9AA97E290834}"/>
                    </a:ext>
                  </a:extLst>
                </p:cNvPr>
                <p:cNvSpPr/>
                <p:nvPr/>
              </p:nvSpPr>
              <p:spPr>
                <a:xfrm>
                  <a:off x="5390183" y="891424"/>
                  <a:ext cx="136202" cy="354886"/>
                </a:xfrm>
                <a:custGeom>
                  <a:avLst/>
                  <a:gdLst>
                    <a:gd name="connsiteX0" fmla="*/ 44161 w 136202"/>
                    <a:gd name="connsiteY0" fmla="*/ 0 h 354886"/>
                    <a:gd name="connsiteX1" fmla="*/ 136202 w 136202"/>
                    <a:gd name="connsiteY1" fmla="*/ 343500 h 354886"/>
                    <a:gd name="connsiteX2" fmla="*/ 91921 w 136202"/>
                    <a:gd name="connsiteY2" fmla="*/ 354886 h 354886"/>
                    <a:gd name="connsiteX3" fmla="*/ 0 w 136202"/>
                    <a:gd name="connsiteY3" fmla="*/ 11833 h 354886"/>
                    <a:gd name="connsiteX4" fmla="*/ 44161 w 136202"/>
                    <a:gd name="connsiteY4" fmla="*/ 0 h 354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6">
                      <a:moveTo>
                        <a:pt x="44161" y="0"/>
                      </a:moveTo>
                      <a:lnTo>
                        <a:pt x="136202" y="343500"/>
                      </a:lnTo>
                      <a:lnTo>
                        <a:pt x="91921" y="354886"/>
                      </a:lnTo>
                      <a:lnTo>
                        <a:pt x="0" y="11833"/>
                      </a:lnTo>
                      <a:lnTo>
                        <a:pt x="441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" name="Freeform: Shape 269">
                  <a:extLst>
                    <a:ext uri="{FF2B5EF4-FFF2-40B4-BE49-F238E27FC236}">
                      <a16:creationId xmlns:a16="http://schemas.microsoft.com/office/drawing/2014/main" id="{540EC107-CB61-CB30-4B5E-3338343AEDCE}"/>
                    </a:ext>
                  </a:extLst>
                </p:cNvPr>
                <p:cNvSpPr/>
                <p:nvPr/>
              </p:nvSpPr>
              <p:spPr>
                <a:xfrm>
                  <a:off x="6649891" y="891425"/>
                  <a:ext cx="135841" cy="353538"/>
                </a:xfrm>
                <a:custGeom>
                  <a:avLst/>
                  <a:gdLst>
                    <a:gd name="connsiteX0" fmla="*/ 91679 w 135841"/>
                    <a:gd name="connsiteY0" fmla="*/ 0 h 353538"/>
                    <a:gd name="connsiteX1" fmla="*/ 135841 w 135841"/>
                    <a:gd name="connsiteY1" fmla="*/ 11833 h 353538"/>
                    <a:gd name="connsiteX2" fmla="*/ 44281 w 135841"/>
                    <a:gd name="connsiteY2" fmla="*/ 353538 h 353538"/>
                    <a:gd name="connsiteX3" fmla="*/ 0 w 135841"/>
                    <a:gd name="connsiteY3" fmla="*/ 342153 h 353538"/>
                    <a:gd name="connsiteX4" fmla="*/ 91679 w 135841"/>
                    <a:gd name="connsiteY4" fmla="*/ 0 h 3535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1" h="353538">
                      <a:moveTo>
                        <a:pt x="91679" y="0"/>
                      </a:moveTo>
                      <a:lnTo>
                        <a:pt x="135841" y="11833"/>
                      </a:lnTo>
                      <a:lnTo>
                        <a:pt x="44281" y="353538"/>
                      </a:lnTo>
                      <a:lnTo>
                        <a:pt x="0" y="342153"/>
                      </a:lnTo>
                      <a:lnTo>
                        <a:pt x="9167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" name="Freeform: Shape 270">
                  <a:extLst>
                    <a:ext uri="{FF2B5EF4-FFF2-40B4-BE49-F238E27FC236}">
                      <a16:creationId xmlns:a16="http://schemas.microsoft.com/office/drawing/2014/main" id="{76637BCB-4ABC-AD9A-6810-A1EB9D56D5E5}"/>
                    </a:ext>
                  </a:extLst>
                </p:cNvPr>
                <p:cNvSpPr/>
                <p:nvPr/>
              </p:nvSpPr>
              <p:spPr>
                <a:xfrm>
                  <a:off x="4762821" y="1146720"/>
                  <a:ext cx="217217" cy="331395"/>
                </a:xfrm>
                <a:custGeom>
                  <a:avLst/>
                  <a:gdLst>
                    <a:gd name="connsiteX0" fmla="*/ 39595 w 217217"/>
                    <a:gd name="connsiteY0" fmla="*/ 0 h 331395"/>
                    <a:gd name="connsiteX1" fmla="*/ 217217 w 217217"/>
                    <a:gd name="connsiteY1" fmla="*/ 307651 h 331395"/>
                    <a:gd name="connsiteX2" fmla="*/ 178133 w 217217"/>
                    <a:gd name="connsiteY2" fmla="*/ 331395 h 331395"/>
                    <a:gd name="connsiteX3" fmla="*/ 0 w 217217"/>
                    <a:gd name="connsiteY3" fmla="*/ 22860 h 331395"/>
                    <a:gd name="connsiteX4" fmla="*/ 39595 w 217217"/>
                    <a:gd name="connsiteY4" fmla="*/ 0 h 331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5">
                      <a:moveTo>
                        <a:pt x="39595" y="0"/>
                      </a:moveTo>
                      <a:lnTo>
                        <a:pt x="217217" y="307651"/>
                      </a:lnTo>
                      <a:lnTo>
                        <a:pt x="178133" y="331395"/>
                      </a:lnTo>
                      <a:lnTo>
                        <a:pt x="0" y="22860"/>
                      </a:lnTo>
                      <a:lnTo>
                        <a:pt x="3959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" name="Freeform: Shape 271">
                  <a:extLst>
                    <a:ext uri="{FF2B5EF4-FFF2-40B4-BE49-F238E27FC236}">
                      <a16:creationId xmlns:a16="http://schemas.microsoft.com/office/drawing/2014/main" id="{48329388-6744-7FBF-58B8-D56D80252CE3}"/>
                    </a:ext>
                  </a:extLst>
                </p:cNvPr>
                <p:cNvSpPr/>
                <p:nvPr/>
              </p:nvSpPr>
              <p:spPr>
                <a:xfrm>
                  <a:off x="7197332" y="1146719"/>
                  <a:ext cx="215761" cy="328876"/>
                </a:xfrm>
                <a:custGeom>
                  <a:avLst/>
                  <a:gdLst>
                    <a:gd name="connsiteX0" fmla="*/ 176169 w 215761"/>
                    <a:gd name="connsiteY0" fmla="*/ 0 h 328876"/>
                    <a:gd name="connsiteX1" fmla="*/ 215761 w 215761"/>
                    <a:gd name="connsiteY1" fmla="*/ 22859 h 328876"/>
                    <a:gd name="connsiteX2" fmla="*/ 39082 w 215761"/>
                    <a:gd name="connsiteY2" fmla="*/ 328876 h 328876"/>
                    <a:gd name="connsiteX3" fmla="*/ 0 w 215761"/>
                    <a:gd name="connsiteY3" fmla="*/ 305133 h 328876"/>
                    <a:gd name="connsiteX4" fmla="*/ 176169 w 215761"/>
                    <a:gd name="connsiteY4" fmla="*/ 0 h 3288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1" h="328876">
                      <a:moveTo>
                        <a:pt x="176169" y="0"/>
                      </a:moveTo>
                      <a:lnTo>
                        <a:pt x="215761" y="22859"/>
                      </a:lnTo>
                      <a:lnTo>
                        <a:pt x="39082" y="328876"/>
                      </a:lnTo>
                      <a:lnTo>
                        <a:pt x="0" y="305133"/>
                      </a:lnTo>
                      <a:lnTo>
                        <a:pt x="17616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" name="Freeform: Shape 272">
                  <a:extLst>
                    <a:ext uri="{FF2B5EF4-FFF2-40B4-BE49-F238E27FC236}">
                      <a16:creationId xmlns:a16="http://schemas.microsoft.com/office/drawing/2014/main" id="{FD145D85-092E-616A-AE57-0BA24ECBF952}"/>
                    </a:ext>
                  </a:extLst>
                </p:cNvPr>
                <p:cNvSpPr/>
                <p:nvPr/>
              </p:nvSpPr>
              <p:spPr>
                <a:xfrm>
                  <a:off x="4225764" y="1556870"/>
                  <a:ext cx="283734" cy="283868"/>
                </a:xfrm>
                <a:custGeom>
                  <a:avLst/>
                  <a:gdLst>
                    <a:gd name="connsiteX0" fmla="*/ 32328 w 283734"/>
                    <a:gd name="connsiteY0" fmla="*/ 0 h 283868"/>
                    <a:gd name="connsiteX1" fmla="*/ 283734 w 283734"/>
                    <a:gd name="connsiteY1" fmla="*/ 251406 h 283868"/>
                    <a:gd name="connsiteX2" fmla="*/ 268266 w 283734"/>
                    <a:gd name="connsiteY2" fmla="*/ 265464 h 283868"/>
                    <a:gd name="connsiteX3" fmla="*/ 251540 w 283734"/>
                    <a:gd name="connsiteY3" fmla="*/ 283868 h 283868"/>
                    <a:gd name="connsiteX4" fmla="*/ 0 w 283734"/>
                    <a:gd name="connsiteY4" fmla="*/ 32328 h 283868"/>
                    <a:gd name="connsiteX5" fmla="*/ 32328 w 283734"/>
                    <a:gd name="connsiteY5" fmla="*/ 0 h 283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4" h="283868">
                      <a:moveTo>
                        <a:pt x="32328" y="0"/>
                      </a:moveTo>
                      <a:lnTo>
                        <a:pt x="283734" y="251406"/>
                      </a:lnTo>
                      <a:lnTo>
                        <a:pt x="268266" y="265464"/>
                      </a:lnTo>
                      <a:lnTo>
                        <a:pt x="251540" y="283868"/>
                      </a:lnTo>
                      <a:lnTo>
                        <a:pt x="0" y="32328"/>
                      </a:lnTo>
                      <a:lnTo>
                        <a:pt x="3232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" name="Freeform: Shape 273">
                  <a:extLst>
                    <a:ext uri="{FF2B5EF4-FFF2-40B4-BE49-F238E27FC236}">
                      <a16:creationId xmlns:a16="http://schemas.microsoft.com/office/drawing/2014/main" id="{F11E82E3-3E48-8559-B94D-C12CC8F64322}"/>
                    </a:ext>
                  </a:extLst>
                </p:cNvPr>
                <p:cNvSpPr/>
                <p:nvPr/>
              </p:nvSpPr>
              <p:spPr>
                <a:xfrm>
                  <a:off x="7669082" y="1556870"/>
                  <a:ext cx="281068" cy="280936"/>
                </a:xfrm>
                <a:custGeom>
                  <a:avLst/>
                  <a:gdLst>
                    <a:gd name="connsiteX0" fmla="*/ 248740 w 281068"/>
                    <a:gd name="connsiteY0" fmla="*/ 0 h 280936"/>
                    <a:gd name="connsiteX1" fmla="*/ 281068 w 281068"/>
                    <a:gd name="connsiteY1" fmla="*/ 32329 h 280936"/>
                    <a:gd name="connsiteX2" fmla="*/ 32462 w 281068"/>
                    <a:gd name="connsiteY2" fmla="*/ 280936 h 280936"/>
                    <a:gd name="connsiteX3" fmla="*/ 18400 w 281068"/>
                    <a:gd name="connsiteY3" fmla="*/ 265464 h 280936"/>
                    <a:gd name="connsiteX4" fmla="*/ 0 w 281068"/>
                    <a:gd name="connsiteY4" fmla="*/ 248741 h 280936"/>
                    <a:gd name="connsiteX5" fmla="*/ 248740 w 281068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68" h="280936">
                      <a:moveTo>
                        <a:pt x="248740" y="0"/>
                      </a:moveTo>
                      <a:lnTo>
                        <a:pt x="281068" y="32329"/>
                      </a:lnTo>
                      <a:lnTo>
                        <a:pt x="32462" y="280936"/>
                      </a:lnTo>
                      <a:lnTo>
                        <a:pt x="18400" y="265464"/>
                      </a:lnTo>
                      <a:lnTo>
                        <a:pt x="0" y="248741"/>
                      </a:lnTo>
                      <a:lnTo>
                        <a:pt x="24874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Freeform: Shape 274">
                  <a:extLst>
                    <a:ext uri="{FF2B5EF4-FFF2-40B4-BE49-F238E27FC236}">
                      <a16:creationId xmlns:a16="http://schemas.microsoft.com/office/drawing/2014/main" id="{158B4F8C-D6E4-CA91-BDB7-A01F15F0462B}"/>
                    </a:ext>
                  </a:extLst>
                </p:cNvPr>
                <p:cNvSpPr/>
                <p:nvPr/>
              </p:nvSpPr>
              <p:spPr>
                <a:xfrm>
                  <a:off x="3815614" y="2093927"/>
                  <a:ext cx="332209" cy="217687"/>
                </a:xfrm>
                <a:custGeom>
                  <a:avLst/>
                  <a:gdLst>
                    <a:gd name="connsiteX0" fmla="*/ 22860 w 332209"/>
                    <a:gd name="connsiteY0" fmla="*/ 0 h 217687"/>
                    <a:gd name="connsiteX1" fmla="*/ 332209 w 332209"/>
                    <a:gd name="connsiteY1" fmla="*/ 178603 h 217687"/>
                    <a:gd name="connsiteX2" fmla="*/ 308465 w 332209"/>
                    <a:gd name="connsiteY2" fmla="*/ 217687 h 217687"/>
                    <a:gd name="connsiteX3" fmla="*/ 0 w 332209"/>
                    <a:gd name="connsiteY3" fmla="*/ 39594 h 217687"/>
                    <a:gd name="connsiteX4" fmla="*/ 22860 w 332209"/>
                    <a:gd name="connsiteY4" fmla="*/ 0 h 2176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09" h="217687">
                      <a:moveTo>
                        <a:pt x="22860" y="0"/>
                      </a:moveTo>
                      <a:lnTo>
                        <a:pt x="332209" y="178603"/>
                      </a:lnTo>
                      <a:lnTo>
                        <a:pt x="308465" y="217687"/>
                      </a:lnTo>
                      <a:lnTo>
                        <a:pt x="0" y="39594"/>
                      </a:lnTo>
                      <a:lnTo>
                        <a:pt x="2286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Freeform: Shape 275">
                  <a:extLst>
                    <a:ext uri="{FF2B5EF4-FFF2-40B4-BE49-F238E27FC236}">
                      <a16:creationId xmlns:a16="http://schemas.microsoft.com/office/drawing/2014/main" id="{0166F2AE-8FA0-25D1-C4D1-7F5D27F74B8F}"/>
                    </a:ext>
                  </a:extLst>
                </p:cNvPr>
                <p:cNvSpPr/>
                <p:nvPr/>
              </p:nvSpPr>
              <p:spPr>
                <a:xfrm>
                  <a:off x="8032238" y="2093927"/>
                  <a:ext cx="328063" cy="215292"/>
                </a:xfrm>
                <a:custGeom>
                  <a:avLst/>
                  <a:gdLst>
                    <a:gd name="connsiteX0" fmla="*/ 305203 w 328063"/>
                    <a:gd name="connsiteY0" fmla="*/ 0 h 215292"/>
                    <a:gd name="connsiteX1" fmla="*/ 328063 w 328063"/>
                    <a:gd name="connsiteY1" fmla="*/ 39593 h 215292"/>
                    <a:gd name="connsiteX2" fmla="*/ 23743 w 328063"/>
                    <a:gd name="connsiteY2" fmla="*/ 215292 h 215292"/>
                    <a:gd name="connsiteX3" fmla="*/ 0 w 328063"/>
                    <a:gd name="connsiteY3" fmla="*/ 176209 h 215292"/>
                    <a:gd name="connsiteX4" fmla="*/ 305203 w 328063"/>
                    <a:gd name="connsiteY4" fmla="*/ 0 h 215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3" h="215292">
                      <a:moveTo>
                        <a:pt x="305203" y="0"/>
                      </a:moveTo>
                      <a:lnTo>
                        <a:pt x="328063" y="39593"/>
                      </a:lnTo>
                      <a:lnTo>
                        <a:pt x="23743" y="215292"/>
                      </a:lnTo>
                      <a:lnTo>
                        <a:pt x="0" y="176209"/>
                      </a:lnTo>
                      <a:lnTo>
                        <a:pt x="30520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Freeform: Shape 276">
                  <a:extLst>
                    <a:ext uri="{FF2B5EF4-FFF2-40B4-BE49-F238E27FC236}">
                      <a16:creationId xmlns:a16="http://schemas.microsoft.com/office/drawing/2014/main" id="{9BCAEEB8-8467-03DE-ED54-408E339E5706}"/>
                    </a:ext>
                  </a:extLst>
                </p:cNvPr>
                <p:cNvSpPr/>
                <p:nvPr/>
              </p:nvSpPr>
              <p:spPr>
                <a:xfrm>
                  <a:off x="3560320" y="2721289"/>
                  <a:ext cx="356833" cy="136723"/>
                </a:xfrm>
                <a:custGeom>
                  <a:avLst/>
                  <a:gdLst>
                    <a:gd name="connsiteX0" fmla="*/ 11833 w 356833"/>
                    <a:gd name="connsiteY0" fmla="*/ 0 h 136723"/>
                    <a:gd name="connsiteX1" fmla="*/ 356833 w 356833"/>
                    <a:gd name="connsiteY1" fmla="*/ 92443 h 136723"/>
                    <a:gd name="connsiteX2" fmla="*/ 345447 w 356833"/>
                    <a:gd name="connsiteY2" fmla="*/ 136723 h 136723"/>
                    <a:gd name="connsiteX3" fmla="*/ 0 w 356833"/>
                    <a:gd name="connsiteY3" fmla="*/ 44161 h 136723"/>
                    <a:gd name="connsiteX4" fmla="*/ 11833 w 356833"/>
                    <a:gd name="connsiteY4" fmla="*/ 0 h 136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3" h="136723">
                      <a:moveTo>
                        <a:pt x="11833" y="0"/>
                      </a:moveTo>
                      <a:lnTo>
                        <a:pt x="356833" y="92443"/>
                      </a:lnTo>
                      <a:lnTo>
                        <a:pt x="345447" y="136723"/>
                      </a:lnTo>
                      <a:lnTo>
                        <a:pt x="0" y="44161"/>
                      </a:lnTo>
                      <a:lnTo>
                        <a:pt x="1183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Freeform: Shape 277">
                  <a:extLst>
                    <a:ext uri="{FF2B5EF4-FFF2-40B4-BE49-F238E27FC236}">
                      <a16:creationId xmlns:a16="http://schemas.microsoft.com/office/drawing/2014/main" id="{82B2FA03-FA9D-31D7-73B2-936A15BA267D}"/>
                    </a:ext>
                  </a:extLst>
                </p:cNvPr>
                <p:cNvSpPr/>
                <p:nvPr/>
              </p:nvSpPr>
              <p:spPr>
                <a:xfrm>
                  <a:off x="8264000" y="2721289"/>
                  <a:ext cx="351595" cy="135321"/>
                </a:xfrm>
                <a:custGeom>
                  <a:avLst/>
                  <a:gdLst>
                    <a:gd name="connsiteX0" fmla="*/ 339761 w 351595"/>
                    <a:gd name="connsiteY0" fmla="*/ 0 h 135321"/>
                    <a:gd name="connsiteX1" fmla="*/ 351595 w 351595"/>
                    <a:gd name="connsiteY1" fmla="*/ 44162 h 135321"/>
                    <a:gd name="connsiteX2" fmla="*/ 11386 w 351595"/>
                    <a:gd name="connsiteY2" fmla="*/ 135321 h 135321"/>
                    <a:gd name="connsiteX3" fmla="*/ 0 w 351595"/>
                    <a:gd name="connsiteY3" fmla="*/ 91039 h 135321"/>
                    <a:gd name="connsiteX4" fmla="*/ 339761 w 351595"/>
                    <a:gd name="connsiteY4" fmla="*/ 0 h 135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1">
                      <a:moveTo>
                        <a:pt x="339761" y="0"/>
                      </a:moveTo>
                      <a:lnTo>
                        <a:pt x="351595" y="44162"/>
                      </a:lnTo>
                      <a:lnTo>
                        <a:pt x="11386" y="135321"/>
                      </a:lnTo>
                      <a:lnTo>
                        <a:pt x="0" y="91039"/>
                      </a:lnTo>
                      <a:lnTo>
                        <a:pt x="3397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Freeform: Shape 278">
                  <a:extLst>
                    <a:ext uri="{FF2B5EF4-FFF2-40B4-BE49-F238E27FC236}">
                      <a16:creationId xmlns:a16="http://schemas.microsoft.com/office/drawing/2014/main" id="{F534447C-8F56-125B-CB2C-334BA4B676EA}"/>
                    </a:ext>
                  </a:extLst>
                </p:cNvPr>
                <p:cNvSpPr/>
                <p:nvPr/>
              </p:nvSpPr>
              <p:spPr>
                <a:xfrm>
                  <a:off x="3477279" y="3396204"/>
                  <a:ext cx="356521" cy="45719"/>
                </a:xfrm>
                <a:custGeom>
                  <a:avLst/>
                  <a:gdLst>
                    <a:gd name="connsiteX0" fmla="*/ 356520 w 356521"/>
                    <a:gd name="connsiteY0" fmla="*/ 0 h 45719"/>
                    <a:gd name="connsiteX1" fmla="*/ 355366 w 356521"/>
                    <a:gd name="connsiteY1" fmla="*/ 22857 h 45719"/>
                    <a:gd name="connsiteX2" fmla="*/ 356521 w 356521"/>
                    <a:gd name="connsiteY2" fmla="*/ 45719 h 45719"/>
                    <a:gd name="connsiteX3" fmla="*/ 1 w 356521"/>
                    <a:gd name="connsiteY3" fmla="*/ 45719 h 45719"/>
                    <a:gd name="connsiteX4" fmla="*/ 0 w 356521"/>
                    <a:gd name="connsiteY4" fmla="*/ 0 h 45719"/>
                    <a:gd name="connsiteX5" fmla="*/ 356520 w 356521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6521" h="45719">
                      <a:moveTo>
                        <a:pt x="356520" y="0"/>
                      </a:moveTo>
                      <a:lnTo>
                        <a:pt x="355366" y="22857"/>
                      </a:lnTo>
                      <a:lnTo>
                        <a:pt x="356521" y="45719"/>
                      </a:lnTo>
                      <a:lnTo>
                        <a:pt x="1" y="45719"/>
                      </a:lnTo>
                      <a:lnTo>
                        <a:pt x="0" y="0"/>
                      </a:lnTo>
                      <a:lnTo>
                        <a:pt x="35652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Freeform: Shape 279">
                  <a:extLst>
                    <a:ext uri="{FF2B5EF4-FFF2-40B4-BE49-F238E27FC236}">
                      <a16:creationId xmlns:a16="http://schemas.microsoft.com/office/drawing/2014/main" id="{1B528E51-88E3-C137-0667-FC169F0FF82D}"/>
                    </a:ext>
                  </a:extLst>
                </p:cNvPr>
                <p:cNvSpPr/>
                <p:nvPr/>
              </p:nvSpPr>
              <p:spPr>
                <a:xfrm>
                  <a:off x="8347714" y="3396204"/>
                  <a:ext cx="350920" cy="45719"/>
                </a:xfrm>
                <a:custGeom>
                  <a:avLst/>
                  <a:gdLst>
                    <a:gd name="connsiteX0" fmla="*/ 0 w 350920"/>
                    <a:gd name="connsiteY0" fmla="*/ 0 h 45719"/>
                    <a:gd name="connsiteX1" fmla="*/ 350920 w 350920"/>
                    <a:gd name="connsiteY1" fmla="*/ 0 h 45719"/>
                    <a:gd name="connsiteX2" fmla="*/ 350920 w 350920"/>
                    <a:gd name="connsiteY2" fmla="*/ 45719 h 45719"/>
                    <a:gd name="connsiteX3" fmla="*/ 0 w 350920"/>
                    <a:gd name="connsiteY3" fmla="*/ 45719 h 45719"/>
                    <a:gd name="connsiteX4" fmla="*/ 1154 w 350920"/>
                    <a:gd name="connsiteY4" fmla="*/ 22857 h 45719"/>
                    <a:gd name="connsiteX5" fmla="*/ 0 w 350920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0920" h="45719">
                      <a:moveTo>
                        <a:pt x="0" y="0"/>
                      </a:moveTo>
                      <a:lnTo>
                        <a:pt x="350920" y="0"/>
                      </a:lnTo>
                      <a:lnTo>
                        <a:pt x="350920" y="45719"/>
                      </a:lnTo>
                      <a:lnTo>
                        <a:pt x="0" y="45719"/>
                      </a:lnTo>
                      <a:lnTo>
                        <a:pt x="1154" y="2285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Freeform: Shape 280">
                  <a:extLst>
                    <a:ext uri="{FF2B5EF4-FFF2-40B4-BE49-F238E27FC236}">
                      <a16:creationId xmlns:a16="http://schemas.microsoft.com/office/drawing/2014/main" id="{F9397885-E2CB-55B2-9CF4-85EDCD0BFA31}"/>
                    </a:ext>
                  </a:extLst>
                </p:cNvPr>
                <p:cNvSpPr/>
                <p:nvPr/>
              </p:nvSpPr>
              <p:spPr>
                <a:xfrm>
                  <a:off x="3560319" y="3980112"/>
                  <a:ext cx="356835" cy="136724"/>
                </a:xfrm>
                <a:custGeom>
                  <a:avLst/>
                  <a:gdLst>
                    <a:gd name="connsiteX0" fmla="*/ 345449 w 356835"/>
                    <a:gd name="connsiteY0" fmla="*/ 0 h 136724"/>
                    <a:gd name="connsiteX1" fmla="*/ 356835 w 356835"/>
                    <a:gd name="connsiteY1" fmla="*/ 44281 h 136724"/>
                    <a:gd name="connsiteX2" fmla="*/ 11833 w 356835"/>
                    <a:gd name="connsiteY2" fmla="*/ 136724 h 136724"/>
                    <a:gd name="connsiteX3" fmla="*/ 0 w 356835"/>
                    <a:gd name="connsiteY3" fmla="*/ 92563 h 136724"/>
                    <a:gd name="connsiteX4" fmla="*/ 345449 w 356835"/>
                    <a:gd name="connsiteY4" fmla="*/ 0 h 136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5" h="136724">
                      <a:moveTo>
                        <a:pt x="345449" y="0"/>
                      </a:moveTo>
                      <a:lnTo>
                        <a:pt x="356835" y="44281"/>
                      </a:lnTo>
                      <a:lnTo>
                        <a:pt x="11833" y="136724"/>
                      </a:lnTo>
                      <a:lnTo>
                        <a:pt x="0" y="92563"/>
                      </a:lnTo>
                      <a:lnTo>
                        <a:pt x="34544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Freeform: Shape 281">
                  <a:extLst>
                    <a:ext uri="{FF2B5EF4-FFF2-40B4-BE49-F238E27FC236}">
                      <a16:creationId xmlns:a16="http://schemas.microsoft.com/office/drawing/2014/main" id="{3860F207-54FB-5183-9034-E9E5D9721D16}"/>
                    </a:ext>
                  </a:extLst>
                </p:cNvPr>
                <p:cNvSpPr/>
                <p:nvPr/>
              </p:nvSpPr>
              <p:spPr>
                <a:xfrm>
                  <a:off x="8264000" y="3981516"/>
                  <a:ext cx="351595" cy="135320"/>
                </a:xfrm>
                <a:custGeom>
                  <a:avLst/>
                  <a:gdLst>
                    <a:gd name="connsiteX0" fmla="*/ 11385 w 351595"/>
                    <a:gd name="connsiteY0" fmla="*/ 0 h 135320"/>
                    <a:gd name="connsiteX1" fmla="*/ 351595 w 351595"/>
                    <a:gd name="connsiteY1" fmla="*/ 91159 h 135320"/>
                    <a:gd name="connsiteX2" fmla="*/ 339762 w 351595"/>
                    <a:gd name="connsiteY2" fmla="*/ 135320 h 135320"/>
                    <a:gd name="connsiteX3" fmla="*/ 0 w 351595"/>
                    <a:gd name="connsiteY3" fmla="*/ 44281 h 135320"/>
                    <a:gd name="connsiteX4" fmla="*/ 11385 w 351595"/>
                    <a:gd name="connsiteY4" fmla="*/ 0 h 135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0">
                      <a:moveTo>
                        <a:pt x="11385" y="0"/>
                      </a:moveTo>
                      <a:lnTo>
                        <a:pt x="351595" y="91159"/>
                      </a:lnTo>
                      <a:lnTo>
                        <a:pt x="339762" y="135320"/>
                      </a:lnTo>
                      <a:lnTo>
                        <a:pt x="0" y="44281"/>
                      </a:lnTo>
                      <a:lnTo>
                        <a:pt x="1138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Freeform: Shape 282">
                  <a:extLst>
                    <a:ext uri="{FF2B5EF4-FFF2-40B4-BE49-F238E27FC236}">
                      <a16:creationId xmlns:a16="http://schemas.microsoft.com/office/drawing/2014/main" id="{F40DE2B4-7E08-9508-59B0-F1F56A2AB858}"/>
                    </a:ext>
                  </a:extLst>
                </p:cNvPr>
                <p:cNvSpPr/>
                <p:nvPr/>
              </p:nvSpPr>
              <p:spPr>
                <a:xfrm>
                  <a:off x="3815614" y="4526511"/>
                  <a:ext cx="332211" cy="217688"/>
                </a:xfrm>
                <a:custGeom>
                  <a:avLst/>
                  <a:gdLst>
                    <a:gd name="connsiteX0" fmla="*/ 308467 w 332211"/>
                    <a:gd name="connsiteY0" fmla="*/ 0 h 217688"/>
                    <a:gd name="connsiteX1" fmla="*/ 332211 w 332211"/>
                    <a:gd name="connsiteY1" fmla="*/ 39084 h 217688"/>
                    <a:gd name="connsiteX2" fmla="*/ 22860 w 332211"/>
                    <a:gd name="connsiteY2" fmla="*/ 217688 h 217688"/>
                    <a:gd name="connsiteX3" fmla="*/ 0 w 332211"/>
                    <a:gd name="connsiteY3" fmla="*/ 178093 h 217688"/>
                    <a:gd name="connsiteX4" fmla="*/ 308467 w 332211"/>
                    <a:gd name="connsiteY4" fmla="*/ 0 h 217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11" h="217688">
                      <a:moveTo>
                        <a:pt x="308467" y="0"/>
                      </a:moveTo>
                      <a:lnTo>
                        <a:pt x="332211" y="39084"/>
                      </a:lnTo>
                      <a:lnTo>
                        <a:pt x="22860" y="217688"/>
                      </a:lnTo>
                      <a:lnTo>
                        <a:pt x="0" y="178093"/>
                      </a:lnTo>
                      <a:lnTo>
                        <a:pt x="30846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Freeform: Shape 283">
                  <a:extLst>
                    <a:ext uri="{FF2B5EF4-FFF2-40B4-BE49-F238E27FC236}">
                      <a16:creationId xmlns:a16="http://schemas.microsoft.com/office/drawing/2014/main" id="{EF5BE1CB-6434-BD05-049C-03205085085C}"/>
                    </a:ext>
                  </a:extLst>
                </p:cNvPr>
                <p:cNvSpPr/>
                <p:nvPr/>
              </p:nvSpPr>
              <p:spPr>
                <a:xfrm>
                  <a:off x="8032234" y="4528904"/>
                  <a:ext cx="328066" cy="215294"/>
                </a:xfrm>
                <a:custGeom>
                  <a:avLst/>
                  <a:gdLst>
                    <a:gd name="connsiteX0" fmla="*/ 23744 w 328066"/>
                    <a:gd name="connsiteY0" fmla="*/ 0 h 215294"/>
                    <a:gd name="connsiteX1" fmla="*/ 328066 w 328066"/>
                    <a:gd name="connsiteY1" fmla="*/ 175700 h 215294"/>
                    <a:gd name="connsiteX2" fmla="*/ 305206 w 328066"/>
                    <a:gd name="connsiteY2" fmla="*/ 215294 h 215294"/>
                    <a:gd name="connsiteX3" fmla="*/ 0 w 328066"/>
                    <a:gd name="connsiteY3" fmla="*/ 39084 h 215294"/>
                    <a:gd name="connsiteX4" fmla="*/ 23744 w 328066"/>
                    <a:gd name="connsiteY4" fmla="*/ 0 h 215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6" h="215294">
                      <a:moveTo>
                        <a:pt x="23744" y="0"/>
                      </a:moveTo>
                      <a:lnTo>
                        <a:pt x="328066" y="175700"/>
                      </a:lnTo>
                      <a:lnTo>
                        <a:pt x="305206" y="215294"/>
                      </a:lnTo>
                      <a:lnTo>
                        <a:pt x="0" y="39084"/>
                      </a:lnTo>
                      <a:lnTo>
                        <a:pt x="2374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Freeform: Shape 284">
                  <a:extLst>
                    <a:ext uri="{FF2B5EF4-FFF2-40B4-BE49-F238E27FC236}">
                      <a16:creationId xmlns:a16="http://schemas.microsoft.com/office/drawing/2014/main" id="{A31B00ED-32F8-810B-5F15-F00667D9A718}"/>
                    </a:ext>
                  </a:extLst>
                </p:cNvPr>
                <p:cNvSpPr/>
                <p:nvPr/>
              </p:nvSpPr>
              <p:spPr>
                <a:xfrm>
                  <a:off x="4225765" y="4997386"/>
                  <a:ext cx="283736" cy="283869"/>
                </a:xfrm>
                <a:custGeom>
                  <a:avLst/>
                  <a:gdLst>
                    <a:gd name="connsiteX0" fmla="*/ 251541 w 283736"/>
                    <a:gd name="connsiteY0" fmla="*/ 0 h 283869"/>
                    <a:gd name="connsiteX1" fmla="*/ 268265 w 283736"/>
                    <a:gd name="connsiteY1" fmla="*/ 18401 h 283869"/>
                    <a:gd name="connsiteX2" fmla="*/ 283736 w 283736"/>
                    <a:gd name="connsiteY2" fmla="*/ 32462 h 283869"/>
                    <a:gd name="connsiteX3" fmla="*/ 32328 w 283736"/>
                    <a:gd name="connsiteY3" fmla="*/ 283869 h 283869"/>
                    <a:gd name="connsiteX4" fmla="*/ 0 w 283736"/>
                    <a:gd name="connsiteY4" fmla="*/ 251541 h 283869"/>
                    <a:gd name="connsiteX5" fmla="*/ 251541 w 283736"/>
                    <a:gd name="connsiteY5" fmla="*/ 0 h 283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6" h="283869">
                      <a:moveTo>
                        <a:pt x="251541" y="0"/>
                      </a:moveTo>
                      <a:lnTo>
                        <a:pt x="268265" y="18401"/>
                      </a:lnTo>
                      <a:lnTo>
                        <a:pt x="283736" y="32462"/>
                      </a:lnTo>
                      <a:lnTo>
                        <a:pt x="32328" y="283869"/>
                      </a:lnTo>
                      <a:lnTo>
                        <a:pt x="0" y="251541"/>
                      </a:lnTo>
                      <a:lnTo>
                        <a:pt x="25154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Freeform: Shape 285">
                  <a:extLst>
                    <a:ext uri="{FF2B5EF4-FFF2-40B4-BE49-F238E27FC236}">
                      <a16:creationId xmlns:a16="http://schemas.microsoft.com/office/drawing/2014/main" id="{5B76BD4C-16A0-1B82-BB12-D0B7414EF6B0}"/>
                    </a:ext>
                  </a:extLst>
                </p:cNvPr>
                <p:cNvSpPr/>
                <p:nvPr/>
              </p:nvSpPr>
              <p:spPr>
                <a:xfrm>
                  <a:off x="7669079" y="5000318"/>
                  <a:ext cx="281070" cy="280936"/>
                </a:xfrm>
                <a:custGeom>
                  <a:avLst/>
                  <a:gdLst>
                    <a:gd name="connsiteX0" fmla="*/ 32462 w 281070"/>
                    <a:gd name="connsiteY0" fmla="*/ 0 h 280936"/>
                    <a:gd name="connsiteX1" fmla="*/ 281070 w 281070"/>
                    <a:gd name="connsiteY1" fmla="*/ 248608 h 280936"/>
                    <a:gd name="connsiteX2" fmla="*/ 248742 w 281070"/>
                    <a:gd name="connsiteY2" fmla="*/ 280936 h 280936"/>
                    <a:gd name="connsiteX3" fmla="*/ 0 w 281070"/>
                    <a:gd name="connsiteY3" fmla="*/ 32194 h 280936"/>
                    <a:gd name="connsiteX4" fmla="*/ 18403 w 281070"/>
                    <a:gd name="connsiteY4" fmla="*/ 15468 h 280936"/>
                    <a:gd name="connsiteX5" fmla="*/ 32462 w 281070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70" h="280936">
                      <a:moveTo>
                        <a:pt x="32462" y="0"/>
                      </a:moveTo>
                      <a:lnTo>
                        <a:pt x="281070" y="248608"/>
                      </a:lnTo>
                      <a:lnTo>
                        <a:pt x="248742" y="280936"/>
                      </a:lnTo>
                      <a:lnTo>
                        <a:pt x="0" y="32194"/>
                      </a:lnTo>
                      <a:lnTo>
                        <a:pt x="18403" y="15468"/>
                      </a:lnTo>
                      <a:lnTo>
                        <a:pt x="3246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Freeform: Shape 286">
                  <a:extLst>
                    <a:ext uri="{FF2B5EF4-FFF2-40B4-BE49-F238E27FC236}">
                      <a16:creationId xmlns:a16="http://schemas.microsoft.com/office/drawing/2014/main" id="{B104922A-E8AB-ED05-CAF6-5DF7299464C7}"/>
                    </a:ext>
                  </a:extLst>
                </p:cNvPr>
                <p:cNvSpPr/>
                <p:nvPr/>
              </p:nvSpPr>
              <p:spPr>
                <a:xfrm>
                  <a:off x="4762823" y="5360009"/>
                  <a:ext cx="217217" cy="331397"/>
                </a:xfrm>
                <a:custGeom>
                  <a:avLst/>
                  <a:gdLst>
                    <a:gd name="connsiteX0" fmla="*/ 178134 w 217217"/>
                    <a:gd name="connsiteY0" fmla="*/ 0 h 331397"/>
                    <a:gd name="connsiteX1" fmla="*/ 217217 w 217217"/>
                    <a:gd name="connsiteY1" fmla="*/ 23744 h 331397"/>
                    <a:gd name="connsiteX2" fmla="*/ 39593 w 217217"/>
                    <a:gd name="connsiteY2" fmla="*/ 331397 h 331397"/>
                    <a:gd name="connsiteX3" fmla="*/ 0 w 217217"/>
                    <a:gd name="connsiteY3" fmla="*/ 308537 h 331397"/>
                    <a:gd name="connsiteX4" fmla="*/ 178134 w 217217"/>
                    <a:gd name="connsiteY4" fmla="*/ 0 h 331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7">
                      <a:moveTo>
                        <a:pt x="178134" y="0"/>
                      </a:moveTo>
                      <a:lnTo>
                        <a:pt x="217217" y="23744"/>
                      </a:lnTo>
                      <a:lnTo>
                        <a:pt x="39593" y="331397"/>
                      </a:lnTo>
                      <a:lnTo>
                        <a:pt x="0" y="308537"/>
                      </a:lnTo>
                      <a:lnTo>
                        <a:pt x="17813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" name="Freeform: Shape 287">
                  <a:extLst>
                    <a:ext uri="{FF2B5EF4-FFF2-40B4-BE49-F238E27FC236}">
                      <a16:creationId xmlns:a16="http://schemas.microsoft.com/office/drawing/2014/main" id="{B11CC217-A307-EA79-4FC9-76D732E7C3B0}"/>
                    </a:ext>
                  </a:extLst>
                </p:cNvPr>
                <p:cNvSpPr/>
                <p:nvPr/>
              </p:nvSpPr>
              <p:spPr>
                <a:xfrm>
                  <a:off x="7197328" y="5362526"/>
                  <a:ext cx="215764" cy="328878"/>
                </a:xfrm>
                <a:custGeom>
                  <a:avLst/>
                  <a:gdLst>
                    <a:gd name="connsiteX0" fmla="*/ 39084 w 215764"/>
                    <a:gd name="connsiteY0" fmla="*/ 0 h 328878"/>
                    <a:gd name="connsiteX1" fmla="*/ 215764 w 215764"/>
                    <a:gd name="connsiteY1" fmla="*/ 306019 h 328878"/>
                    <a:gd name="connsiteX2" fmla="*/ 176170 w 215764"/>
                    <a:gd name="connsiteY2" fmla="*/ 328878 h 328878"/>
                    <a:gd name="connsiteX3" fmla="*/ 0 w 215764"/>
                    <a:gd name="connsiteY3" fmla="*/ 23744 h 328878"/>
                    <a:gd name="connsiteX4" fmla="*/ 39084 w 215764"/>
                    <a:gd name="connsiteY4" fmla="*/ 0 h 3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4" h="328878">
                      <a:moveTo>
                        <a:pt x="39084" y="0"/>
                      </a:moveTo>
                      <a:lnTo>
                        <a:pt x="215764" y="306019"/>
                      </a:lnTo>
                      <a:lnTo>
                        <a:pt x="176170" y="328878"/>
                      </a:lnTo>
                      <a:lnTo>
                        <a:pt x="0" y="23744"/>
                      </a:lnTo>
                      <a:lnTo>
                        <a:pt x="3908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" name="Freeform: Shape 288">
                  <a:extLst>
                    <a:ext uri="{FF2B5EF4-FFF2-40B4-BE49-F238E27FC236}">
                      <a16:creationId xmlns:a16="http://schemas.microsoft.com/office/drawing/2014/main" id="{6E58385F-5B48-FAA0-FFBE-3DAF03E19AA7}"/>
                    </a:ext>
                  </a:extLst>
                </p:cNvPr>
                <p:cNvSpPr/>
                <p:nvPr/>
              </p:nvSpPr>
              <p:spPr>
                <a:xfrm>
                  <a:off x="5390184" y="5591812"/>
                  <a:ext cx="136202" cy="354889"/>
                </a:xfrm>
                <a:custGeom>
                  <a:avLst/>
                  <a:gdLst>
                    <a:gd name="connsiteX0" fmla="*/ 91922 w 136202"/>
                    <a:gd name="connsiteY0" fmla="*/ 0 h 354889"/>
                    <a:gd name="connsiteX1" fmla="*/ 136202 w 136202"/>
                    <a:gd name="connsiteY1" fmla="*/ 11385 h 354889"/>
                    <a:gd name="connsiteX2" fmla="*/ 44161 w 136202"/>
                    <a:gd name="connsiteY2" fmla="*/ 354889 h 354889"/>
                    <a:gd name="connsiteX3" fmla="*/ 0 w 136202"/>
                    <a:gd name="connsiteY3" fmla="*/ 343056 h 354889"/>
                    <a:gd name="connsiteX4" fmla="*/ 91922 w 136202"/>
                    <a:gd name="connsiteY4" fmla="*/ 0 h 354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9">
                      <a:moveTo>
                        <a:pt x="91922" y="0"/>
                      </a:moveTo>
                      <a:lnTo>
                        <a:pt x="136202" y="11385"/>
                      </a:lnTo>
                      <a:lnTo>
                        <a:pt x="44161" y="354889"/>
                      </a:lnTo>
                      <a:lnTo>
                        <a:pt x="0" y="343056"/>
                      </a:lnTo>
                      <a:lnTo>
                        <a:pt x="9192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" name="Freeform: Shape 289">
                  <a:extLst>
                    <a:ext uri="{FF2B5EF4-FFF2-40B4-BE49-F238E27FC236}">
                      <a16:creationId xmlns:a16="http://schemas.microsoft.com/office/drawing/2014/main" id="{170EFDD3-16C1-A17A-FA50-C32FB526664A}"/>
                    </a:ext>
                  </a:extLst>
                </p:cNvPr>
                <p:cNvSpPr/>
                <p:nvPr/>
              </p:nvSpPr>
              <p:spPr>
                <a:xfrm>
                  <a:off x="6649888" y="5593157"/>
                  <a:ext cx="135842" cy="353542"/>
                </a:xfrm>
                <a:custGeom>
                  <a:avLst/>
                  <a:gdLst>
                    <a:gd name="connsiteX0" fmla="*/ 44281 w 135842"/>
                    <a:gd name="connsiteY0" fmla="*/ 0 h 353542"/>
                    <a:gd name="connsiteX1" fmla="*/ 135842 w 135842"/>
                    <a:gd name="connsiteY1" fmla="*/ 341709 h 353542"/>
                    <a:gd name="connsiteX2" fmla="*/ 91681 w 135842"/>
                    <a:gd name="connsiteY2" fmla="*/ 353542 h 353542"/>
                    <a:gd name="connsiteX3" fmla="*/ 0 w 135842"/>
                    <a:gd name="connsiteY3" fmla="*/ 11386 h 353542"/>
                    <a:gd name="connsiteX4" fmla="*/ 44281 w 135842"/>
                    <a:gd name="connsiteY4" fmla="*/ 0 h 353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2" h="353542">
                      <a:moveTo>
                        <a:pt x="44281" y="0"/>
                      </a:moveTo>
                      <a:lnTo>
                        <a:pt x="135842" y="341709"/>
                      </a:lnTo>
                      <a:lnTo>
                        <a:pt x="91681" y="353542"/>
                      </a:lnTo>
                      <a:lnTo>
                        <a:pt x="0" y="11386"/>
                      </a:lnTo>
                      <a:lnTo>
                        <a:pt x="4428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" name="Freeform: Shape 290">
                  <a:extLst>
                    <a:ext uri="{FF2B5EF4-FFF2-40B4-BE49-F238E27FC236}">
                      <a16:creationId xmlns:a16="http://schemas.microsoft.com/office/drawing/2014/main" id="{C0DCCC13-06FE-61FA-07A2-22E68199DE4B}"/>
                    </a:ext>
                  </a:extLst>
                </p:cNvPr>
                <p:cNvSpPr/>
                <p:nvPr/>
              </p:nvSpPr>
              <p:spPr>
                <a:xfrm>
                  <a:off x="6065099" y="5675878"/>
                  <a:ext cx="45719" cy="353863"/>
                </a:xfrm>
                <a:custGeom>
                  <a:avLst/>
                  <a:gdLst>
                    <a:gd name="connsiteX0" fmla="*/ 0 w 45719"/>
                    <a:gd name="connsiteY0" fmla="*/ 0 h 353863"/>
                    <a:gd name="connsiteX1" fmla="*/ 25658 w 45719"/>
                    <a:gd name="connsiteY1" fmla="*/ 1295 h 353863"/>
                    <a:gd name="connsiteX2" fmla="*/ 45719 w 45719"/>
                    <a:gd name="connsiteY2" fmla="*/ 282 h 353863"/>
                    <a:gd name="connsiteX3" fmla="*/ 45719 w 45719"/>
                    <a:gd name="connsiteY3" fmla="*/ 353863 h 353863"/>
                    <a:gd name="connsiteX4" fmla="*/ 0 w 45719"/>
                    <a:gd name="connsiteY4" fmla="*/ 353863 h 353863"/>
                    <a:gd name="connsiteX5" fmla="*/ 0 w 45719"/>
                    <a:gd name="connsiteY5" fmla="*/ 0 h 353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9" h="353863">
                      <a:moveTo>
                        <a:pt x="0" y="0"/>
                      </a:moveTo>
                      <a:lnTo>
                        <a:pt x="25658" y="1295"/>
                      </a:lnTo>
                      <a:lnTo>
                        <a:pt x="45719" y="282"/>
                      </a:lnTo>
                      <a:lnTo>
                        <a:pt x="45719" y="353863"/>
                      </a:lnTo>
                      <a:lnTo>
                        <a:pt x="0" y="3538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5" name="Circle: Hollow 263">
              <a:extLst>
                <a:ext uri="{FF2B5EF4-FFF2-40B4-BE49-F238E27FC236}">
                  <a16:creationId xmlns:a16="http://schemas.microsoft.com/office/drawing/2014/main" id="{004C890C-6C01-3EF0-9BC2-4452134C582D}"/>
                </a:ext>
              </a:extLst>
            </p:cNvPr>
            <p:cNvSpPr/>
            <p:nvPr/>
          </p:nvSpPr>
          <p:spPr>
            <a:xfrm>
              <a:off x="2536424" y="967127"/>
              <a:ext cx="4877362" cy="4877362"/>
            </a:xfrm>
            <a:prstGeom prst="donut">
              <a:avLst>
                <a:gd name="adj" fmla="val 120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Circle: Hollow 264">
              <a:extLst>
                <a:ext uri="{FF2B5EF4-FFF2-40B4-BE49-F238E27FC236}">
                  <a16:creationId xmlns:a16="http://schemas.microsoft.com/office/drawing/2014/main" id="{C6325DE7-B3B5-283C-551F-4B7089330CF4}"/>
                </a:ext>
              </a:extLst>
            </p:cNvPr>
            <p:cNvSpPr/>
            <p:nvPr/>
          </p:nvSpPr>
          <p:spPr>
            <a:xfrm>
              <a:off x="2215784" y="646487"/>
              <a:ext cx="5518642" cy="5518642"/>
            </a:xfrm>
            <a:prstGeom prst="donut">
              <a:avLst>
                <a:gd name="adj" fmla="val 6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894252D9-0DB3-C5D0-D581-987A86F86032}"/>
              </a:ext>
            </a:extLst>
          </p:cNvPr>
          <p:cNvSpPr txBox="1"/>
          <p:nvPr/>
        </p:nvSpPr>
        <p:spPr>
          <a:xfrm>
            <a:off x="11608668" y="439589"/>
            <a:ext cx="5797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11</a:t>
            </a:r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r>
              <a:rPr lang="en-US" sz="800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of</a:t>
            </a:r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15</a:t>
            </a:r>
            <a:endParaRPr lang="en-ID" sz="800" b="1" i="1" dirty="0">
              <a:solidFill>
                <a:schemeClr val="bg1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7241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4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EEF48E-0C79-84C3-5848-C207695AB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DD8590-E228-1A61-9702-02C5EAB652E2}"/>
              </a:ext>
            </a:extLst>
          </p:cNvPr>
          <p:cNvSpPr txBox="1"/>
          <p:nvPr/>
        </p:nvSpPr>
        <p:spPr>
          <a:xfrm>
            <a:off x="11608668" y="561065"/>
            <a:ext cx="5797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12</a:t>
            </a:r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r>
              <a:rPr lang="en-US" sz="800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of</a:t>
            </a:r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15</a:t>
            </a:r>
            <a:endParaRPr lang="en-ID" sz="800" b="1" i="1" dirty="0">
              <a:solidFill>
                <a:schemeClr val="bg1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785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0F9AD7-6FCD-942E-9711-3CB9A4132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3EBD443-586B-3E75-06BD-291B8F0578A9}"/>
              </a:ext>
            </a:extLst>
          </p:cNvPr>
          <p:cNvGrpSpPr/>
          <p:nvPr/>
        </p:nvGrpSpPr>
        <p:grpSpPr>
          <a:xfrm>
            <a:off x="10900735" y="651256"/>
            <a:ext cx="628832" cy="633984"/>
            <a:chOff x="2154470" y="585173"/>
            <a:chExt cx="5641271" cy="5641271"/>
          </a:xfrm>
          <a:solidFill>
            <a:schemeClr val="bg1">
              <a:lumMod val="75000"/>
              <a:alpha val="60000"/>
            </a:schemeClr>
          </a:solidFill>
          <a:effectLst/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B7CFAEE-0D7A-CE6F-850D-79AB6E1F3056}"/>
                </a:ext>
              </a:extLst>
            </p:cNvPr>
            <p:cNvGrpSpPr/>
            <p:nvPr/>
          </p:nvGrpSpPr>
          <p:grpSpPr>
            <a:xfrm>
              <a:off x="2154470" y="585173"/>
              <a:ext cx="5641271" cy="5641271"/>
              <a:chOff x="3267320" y="598425"/>
              <a:chExt cx="5641271" cy="5641271"/>
            </a:xfrm>
            <a:grpFill/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3FD94B3F-3E17-745E-1F82-F7CFD275E837}"/>
                  </a:ext>
                </a:extLst>
              </p:cNvPr>
              <p:cNvGrpSpPr/>
              <p:nvPr/>
            </p:nvGrpSpPr>
            <p:grpSpPr>
              <a:xfrm>
                <a:off x="3267320" y="598425"/>
                <a:ext cx="5641271" cy="5641271"/>
                <a:chOff x="1224922" y="598425"/>
                <a:chExt cx="5641271" cy="5641271"/>
              </a:xfrm>
              <a:grpFill/>
            </p:grpSpPr>
            <p:sp>
              <p:nvSpPr>
                <p:cNvPr id="33" name="Rectangle 80">
                  <a:extLst>
                    <a:ext uri="{FF2B5EF4-FFF2-40B4-BE49-F238E27FC236}">
                      <a16:creationId xmlns:a16="http://schemas.microsoft.com/office/drawing/2014/main" id="{E8AED6BB-C20D-883E-0DBF-0D4F92226203}"/>
                    </a:ext>
                  </a:extLst>
                </p:cNvPr>
                <p:cNvSpPr/>
                <p:nvPr/>
              </p:nvSpPr>
              <p:spPr>
                <a:xfrm rot="2700000">
                  <a:off x="3958590" y="59842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4" name="Rectangle 81">
                  <a:extLst>
                    <a:ext uri="{FF2B5EF4-FFF2-40B4-BE49-F238E27FC236}">
                      <a16:creationId xmlns:a16="http://schemas.microsoft.com/office/drawing/2014/main" id="{D41620A5-757C-B78D-9099-C099AC6EB0D7}"/>
                    </a:ext>
                  </a:extLst>
                </p:cNvPr>
                <p:cNvSpPr/>
                <p:nvPr/>
              </p:nvSpPr>
              <p:spPr>
                <a:xfrm rot="2700000">
                  <a:off x="3958590" y="606576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5" name="Rectangle 82">
                  <a:extLst>
                    <a:ext uri="{FF2B5EF4-FFF2-40B4-BE49-F238E27FC236}">
                      <a16:creationId xmlns:a16="http://schemas.microsoft.com/office/drawing/2014/main" id="{080CBDE4-FF7D-483D-D6CB-1CFFEDB661FD}"/>
                    </a:ext>
                  </a:extLst>
                </p:cNvPr>
                <p:cNvSpPr/>
                <p:nvPr/>
              </p:nvSpPr>
              <p:spPr>
                <a:xfrm rot="3600000">
                  <a:off x="4666115" y="69157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6" name="Rectangle 83">
                  <a:extLst>
                    <a:ext uri="{FF2B5EF4-FFF2-40B4-BE49-F238E27FC236}">
                      <a16:creationId xmlns:a16="http://schemas.microsoft.com/office/drawing/2014/main" id="{CDD1E9F2-3178-5031-DFD3-CEFDCECD4374}"/>
                    </a:ext>
                  </a:extLst>
                </p:cNvPr>
                <p:cNvSpPr/>
                <p:nvPr/>
              </p:nvSpPr>
              <p:spPr>
                <a:xfrm rot="3600000">
                  <a:off x="3251065" y="597261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7" name="Rectangle 84">
                  <a:extLst>
                    <a:ext uri="{FF2B5EF4-FFF2-40B4-BE49-F238E27FC236}">
                      <a16:creationId xmlns:a16="http://schemas.microsoft.com/office/drawing/2014/main" id="{149D4327-2FC4-5E6B-A344-EA20027DE42F}"/>
                    </a:ext>
                  </a:extLst>
                </p:cNvPr>
                <p:cNvSpPr/>
                <p:nvPr/>
              </p:nvSpPr>
              <p:spPr>
                <a:xfrm rot="4500000">
                  <a:off x="5325424" y="964667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8" name="Rectangle 85">
                  <a:extLst>
                    <a:ext uri="{FF2B5EF4-FFF2-40B4-BE49-F238E27FC236}">
                      <a16:creationId xmlns:a16="http://schemas.microsoft.com/office/drawing/2014/main" id="{9F7B5628-867E-B93F-CDEB-C7413E2A179F}"/>
                    </a:ext>
                  </a:extLst>
                </p:cNvPr>
                <p:cNvSpPr/>
                <p:nvPr/>
              </p:nvSpPr>
              <p:spPr>
                <a:xfrm rot="4500000">
                  <a:off x="2591756" y="5699520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9" name="Rectangle 86">
                  <a:extLst>
                    <a:ext uri="{FF2B5EF4-FFF2-40B4-BE49-F238E27FC236}">
                      <a16:creationId xmlns:a16="http://schemas.microsoft.com/office/drawing/2014/main" id="{08B7A2D5-2845-A27A-808F-94CCE64DA7BA}"/>
                    </a:ext>
                  </a:extLst>
                </p:cNvPr>
                <p:cNvSpPr/>
                <p:nvPr/>
              </p:nvSpPr>
              <p:spPr>
                <a:xfrm rot="5400000">
                  <a:off x="5891586" y="139909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0" name="Rectangle 87">
                  <a:extLst>
                    <a:ext uri="{FF2B5EF4-FFF2-40B4-BE49-F238E27FC236}">
                      <a16:creationId xmlns:a16="http://schemas.microsoft.com/office/drawing/2014/main" id="{6D67F508-8EAB-8E39-6511-45573ECA019E}"/>
                    </a:ext>
                  </a:extLst>
                </p:cNvPr>
                <p:cNvSpPr/>
                <p:nvPr/>
              </p:nvSpPr>
              <p:spPr>
                <a:xfrm rot="5400000">
                  <a:off x="2025594" y="526508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1" name="Rectangle 88">
                  <a:extLst>
                    <a:ext uri="{FF2B5EF4-FFF2-40B4-BE49-F238E27FC236}">
                      <a16:creationId xmlns:a16="http://schemas.microsoft.com/office/drawing/2014/main" id="{EA066BB3-3692-A162-D090-DABE67E00368}"/>
                    </a:ext>
                  </a:extLst>
                </p:cNvPr>
                <p:cNvSpPr/>
                <p:nvPr/>
              </p:nvSpPr>
              <p:spPr>
                <a:xfrm rot="6300000">
                  <a:off x="6326016" y="196525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2" name="Rectangle 89">
                  <a:extLst>
                    <a:ext uri="{FF2B5EF4-FFF2-40B4-BE49-F238E27FC236}">
                      <a16:creationId xmlns:a16="http://schemas.microsoft.com/office/drawing/2014/main" id="{19AE97DA-BE80-5092-7A67-B1EC29D7ABD1}"/>
                    </a:ext>
                  </a:extLst>
                </p:cNvPr>
                <p:cNvSpPr/>
                <p:nvPr/>
              </p:nvSpPr>
              <p:spPr>
                <a:xfrm rot="6300000">
                  <a:off x="1591164" y="469892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3" name="Rectangle 90">
                  <a:extLst>
                    <a:ext uri="{FF2B5EF4-FFF2-40B4-BE49-F238E27FC236}">
                      <a16:creationId xmlns:a16="http://schemas.microsoft.com/office/drawing/2014/main" id="{1E7FDA8F-7F26-E74C-A590-44F2CDC94676}"/>
                    </a:ext>
                  </a:extLst>
                </p:cNvPr>
                <p:cNvSpPr/>
                <p:nvPr/>
              </p:nvSpPr>
              <p:spPr>
                <a:xfrm rot="7200000">
                  <a:off x="6599111" y="262456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4" name="Rectangle 91">
                  <a:extLst>
                    <a:ext uri="{FF2B5EF4-FFF2-40B4-BE49-F238E27FC236}">
                      <a16:creationId xmlns:a16="http://schemas.microsoft.com/office/drawing/2014/main" id="{75D9E5FE-C2B1-3660-3981-533B6905A5D4}"/>
                    </a:ext>
                  </a:extLst>
                </p:cNvPr>
                <p:cNvSpPr/>
                <p:nvPr/>
              </p:nvSpPr>
              <p:spPr>
                <a:xfrm rot="7200000">
                  <a:off x="1318069" y="403961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5" name="Rectangle 92">
                  <a:extLst>
                    <a:ext uri="{FF2B5EF4-FFF2-40B4-BE49-F238E27FC236}">
                      <a16:creationId xmlns:a16="http://schemas.microsoft.com/office/drawing/2014/main" id="{AA321EA1-2867-2429-F4F1-CADD448F5AEF}"/>
                    </a:ext>
                  </a:extLst>
                </p:cNvPr>
                <p:cNvSpPr/>
                <p:nvPr/>
              </p:nvSpPr>
              <p:spPr>
                <a:xfrm rot="8100000">
                  <a:off x="6692259" y="3332094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6" name="Rectangle 93">
                  <a:extLst>
                    <a:ext uri="{FF2B5EF4-FFF2-40B4-BE49-F238E27FC236}">
                      <a16:creationId xmlns:a16="http://schemas.microsoft.com/office/drawing/2014/main" id="{881D861F-69D3-A2A6-32DD-DA612F399BB5}"/>
                    </a:ext>
                  </a:extLst>
                </p:cNvPr>
                <p:cNvSpPr/>
                <p:nvPr/>
              </p:nvSpPr>
              <p:spPr>
                <a:xfrm rot="8100000">
                  <a:off x="1224922" y="3332094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7" name="Rectangle 94">
                  <a:extLst>
                    <a:ext uri="{FF2B5EF4-FFF2-40B4-BE49-F238E27FC236}">
                      <a16:creationId xmlns:a16="http://schemas.microsoft.com/office/drawing/2014/main" id="{CF66819D-522F-8442-0B38-AE7D78595C25}"/>
                    </a:ext>
                  </a:extLst>
                </p:cNvPr>
                <p:cNvSpPr/>
                <p:nvPr/>
              </p:nvSpPr>
              <p:spPr>
                <a:xfrm rot="9000000">
                  <a:off x="6599111" y="403961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8" name="Rectangle 95">
                  <a:extLst>
                    <a:ext uri="{FF2B5EF4-FFF2-40B4-BE49-F238E27FC236}">
                      <a16:creationId xmlns:a16="http://schemas.microsoft.com/office/drawing/2014/main" id="{2B94878F-F8BC-E406-CD33-794B324A6E4A}"/>
                    </a:ext>
                  </a:extLst>
                </p:cNvPr>
                <p:cNvSpPr/>
                <p:nvPr/>
              </p:nvSpPr>
              <p:spPr>
                <a:xfrm rot="9000000">
                  <a:off x="1318069" y="262456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9" name="Rectangle 96">
                  <a:extLst>
                    <a:ext uri="{FF2B5EF4-FFF2-40B4-BE49-F238E27FC236}">
                      <a16:creationId xmlns:a16="http://schemas.microsoft.com/office/drawing/2014/main" id="{802954A4-BF2C-6A34-D535-46AC6FD77122}"/>
                    </a:ext>
                  </a:extLst>
                </p:cNvPr>
                <p:cNvSpPr/>
                <p:nvPr/>
              </p:nvSpPr>
              <p:spPr>
                <a:xfrm rot="9900000">
                  <a:off x="6326016" y="469892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0" name="Rectangle 97">
                  <a:extLst>
                    <a:ext uri="{FF2B5EF4-FFF2-40B4-BE49-F238E27FC236}">
                      <a16:creationId xmlns:a16="http://schemas.microsoft.com/office/drawing/2014/main" id="{C27C91E7-C4EB-8741-DE48-5A849B3FB22A}"/>
                    </a:ext>
                  </a:extLst>
                </p:cNvPr>
                <p:cNvSpPr/>
                <p:nvPr/>
              </p:nvSpPr>
              <p:spPr>
                <a:xfrm rot="9900000">
                  <a:off x="1591164" y="196525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1" name="Rectangle 98">
                  <a:extLst>
                    <a:ext uri="{FF2B5EF4-FFF2-40B4-BE49-F238E27FC236}">
                      <a16:creationId xmlns:a16="http://schemas.microsoft.com/office/drawing/2014/main" id="{243A7E48-B4C2-AD23-2C42-38F29EE8CDD2}"/>
                    </a:ext>
                  </a:extLst>
                </p:cNvPr>
                <p:cNvSpPr/>
                <p:nvPr/>
              </p:nvSpPr>
              <p:spPr>
                <a:xfrm rot="10800000">
                  <a:off x="5891586" y="526508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2" name="Rectangle 99">
                  <a:extLst>
                    <a:ext uri="{FF2B5EF4-FFF2-40B4-BE49-F238E27FC236}">
                      <a16:creationId xmlns:a16="http://schemas.microsoft.com/office/drawing/2014/main" id="{55ED795F-2798-53CC-7ED7-39616B012738}"/>
                    </a:ext>
                  </a:extLst>
                </p:cNvPr>
                <p:cNvSpPr/>
                <p:nvPr/>
              </p:nvSpPr>
              <p:spPr>
                <a:xfrm rot="10800000">
                  <a:off x="2025594" y="139909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3" name="Rectangle 100">
                  <a:extLst>
                    <a:ext uri="{FF2B5EF4-FFF2-40B4-BE49-F238E27FC236}">
                      <a16:creationId xmlns:a16="http://schemas.microsoft.com/office/drawing/2014/main" id="{F207330D-B971-23D1-C134-041DF5C72DD1}"/>
                    </a:ext>
                  </a:extLst>
                </p:cNvPr>
                <p:cNvSpPr/>
                <p:nvPr/>
              </p:nvSpPr>
              <p:spPr>
                <a:xfrm rot="11700000">
                  <a:off x="5325424" y="5699520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4" name="Rectangle 101">
                  <a:extLst>
                    <a:ext uri="{FF2B5EF4-FFF2-40B4-BE49-F238E27FC236}">
                      <a16:creationId xmlns:a16="http://schemas.microsoft.com/office/drawing/2014/main" id="{6564ED8A-E477-6675-7675-B7F45AA79581}"/>
                    </a:ext>
                  </a:extLst>
                </p:cNvPr>
                <p:cNvSpPr/>
                <p:nvPr/>
              </p:nvSpPr>
              <p:spPr>
                <a:xfrm rot="11700000">
                  <a:off x="2591756" y="964667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5" name="Rectangle 102">
                  <a:extLst>
                    <a:ext uri="{FF2B5EF4-FFF2-40B4-BE49-F238E27FC236}">
                      <a16:creationId xmlns:a16="http://schemas.microsoft.com/office/drawing/2014/main" id="{FD419A1C-A09E-890B-01C9-1F9519B6521E}"/>
                    </a:ext>
                  </a:extLst>
                </p:cNvPr>
                <p:cNvSpPr/>
                <p:nvPr/>
              </p:nvSpPr>
              <p:spPr>
                <a:xfrm rot="12600000">
                  <a:off x="4666115" y="597261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6" name="Rectangle 103">
                  <a:extLst>
                    <a:ext uri="{FF2B5EF4-FFF2-40B4-BE49-F238E27FC236}">
                      <a16:creationId xmlns:a16="http://schemas.microsoft.com/office/drawing/2014/main" id="{D7A29C2F-DBD6-12EB-1431-6065BA7302B3}"/>
                    </a:ext>
                  </a:extLst>
                </p:cNvPr>
                <p:cNvSpPr/>
                <p:nvPr/>
              </p:nvSpPr>
              <p:spPr>
                <a:xfrm rot="12600000">
                  <a:off x="3251065" y="69157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8AE768F8-A2FE-DA30-9609-04FB7B12A3EF}"/>
                  </a:ext>
                </a:extLst>
              </p:cNvPr>
              <p:cNvGrpSpPr/>
              <p:nvPr/>
            </p:nvGrpSpPr>
            <p:grpSpPr>
              <a:xfrm>
                <a:off x="3328637" y="659745"/>
                <a:ext cx="5518640" cy="5518638"/>
                <a:chOff x="3477279" y="808386"/>
                <a:chExt cx="5221355" cy="5221355"/>
              </a:xfrm>
              <a:grpFill/>
            </p:grpSpPr>
            <p:sp>
              <p:nvSpPr>
                <p:cNvPr id="9" name="Freeform: Shape 267">
                  <a:extLst>
                    <a:ext uri="{FF2B5EF4-FFF2-40B4-BE49-F238E27FC236}">
                      <a16:creationId xmlns:a16="http://schemas.microsoft.com/office/drawing/2014/main" id="{5A9A1B44-5EAB-A5C1-346D-EFDB0863837E}"/>
                    </a:ext>
                  </a:extLst>
                </p:cNvPr>
                <p:cNvSpPr/>
                <p:nvPr/>
              </p:nvSpPr>
              <p:spPr>
                <a:xfrm>
                  <a:off x="6065098" y="808386"/>
                  <a:ext cx="45718" cy="353859"/>
                </a:xfrm>
                <a:custGeom>
                  <a:avLst/>
                  <a:gdLst>
                    <a:gd name="connsiteX0" fmla="*/ 0 w 45718"/>
                    <a:gd name="connsiteY0" fmla="*/ 0 h 353859"/>
                    <a:gd name="connsiteX1" fmla="*/ 45718 w 45718"/>
                    <a:gd name="connsiteY1" fmla="*/ 0 h 353859"/>
                    <a:gd name="connsiteX2" fmla="*/ 45718 w 45718"/>
                    <a:gd name="connsiteY2" fmla="*/ 353576 h 353859"/>
                    <a:gd name="connsiteX3" fmla="*/ 25658 w 45718"/>
                    <a:gd name="connsiteY3" fmla="*/ 352563 h 353859"/>
                    <a:gd name="connsiteX4" fmla="*/ 0 w 45718"/>
                    <a:gd name="connsiteY4" fmla="*/ 353859 h 353859"/>
                    <a:gd name="connsiteX5" fmla="*/ 0 w 45718"/>
                    <a:gd name="connsiteY5" fmla="*/ 0 h 353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8" h="353859">
                      <a:moveTo>
                        <a:pt x="0" y="0"/>
                      </a:moveTo>
                      <a:lnTo>
                        <a:pt x="45718" y="0"/>
                      </a:lnTo>
                      <a:lnTo>
                        <a:pt x="45718" y="353576"/>
                      </a:lnTo>
                      <a:lnTo>
                        <a:pt x="25658" y="352563"/>
                      </a:lnTo>
                      <a:lnTo>
                        <a:pt x="0" y="35385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" name="Freeform: Shape 268">
                  <a:extLst>
                    <a:ext uri="{FF2B5EF4-FFF2-40B4-BE49-F238E27FC236}">
                      <a16:creationId xmlns:a16="http://schemas.microsoft.com/office/drawing/2014/main" id="{9CE52065-F85B-9F83-A948-CB6651D7EF43}"/>
                    </a:ext>
                  </a:extLst>
                </p:cNvPr>
                <p:cNvSpPr/>
                <p:nvPr/>
              </p:nvSpPr>
              <p:spPr>
                <a:xfrm>
                  <a:off x="5390183" y="891424"/>
                  <a:ext cx="136202" cy="354886"/>
                </a:xfrm>
                <a:custGeom>
                  <a:avLst/>
                  <a:gdLst>
                    <a:gd name="connsiteX0" fmla="*/ 44161 w 136202"/>
                    <a:gd name="connsiteY0" fmla="*/ 0 h 354886"/>
                    <a:gd name="connsiteX1" fmla="*/ 136202 w 136202"/>
                    <a:gd name="connsiteY1" fmla="*/ 343500 h 354886"/>
                    <a:gd name="connsiteX2" fmla="*/ 91921 w 136202"/>
                    <a:gd name="connsiteY2" fmla="*/ 354886 h 354886"/>
                    <a:gd name="connsiteX3" fmla="*/ 0 w 136202"/>
                    <a:gd name="connsiteY3" fmla="*/ 11833 h 354886"/>
                    <a:gd name="connsiteX4" fmla="*/ 44161 w 136202"/>
                    <a:gd name="connsiteY4" fmla="*/ 0 h 354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6">
                      <a:moveTo>
                        <a:pt x="44161" y="0"/>
                      </a:moveTo>
                      <a:lnTo>
                        <a:pt x="136202" y="343500"/>
                      </a:lnTo>
                      <a:lnTo>
                        <a:pt x="91921" y="354886"/>
                      </a:lnTo>
                      <a:lnTo>
                        <a:pt x="0" y="11833"/>
                      </a:lnTo>
                      <a:lnTo>
                        <a:pt x="441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" name="Freeform: Shape 269">
                  <a:extLst>
                    <a:ext uri="{FF2B5EF4-FFF2-40B4-BE49-F238E27FC236}">
                      <a16:creationId xmlns:a16="http://schemas.microsoft.com/office/drawing/2014/main" id="{5B613934-B608-1C74-0184-037B771EFA67}"/>
                    </a:ext>
                  </a:extLst>
                </p:cNvPr>
                <p:cNvSpPr/>
                <p:nvPr/>
              </p:nvSpPr>
              <p:spPr>
                <a:xfrm>
                  <a:off x="6649891" y="891425"/>
                  <a:ext cx="135841" cy="353538"/>
                </a:xfrm>
                <a:custGeom>
                  <a:avLst/>
                  <a:gdLst>
                    <a:gd name="connsiteX0" fmla="*/ 91679 w 135841"/>
                    <a:gd name="connsiteY0" fmla="*/ 0 h 353538"/>
                    <a:gd name="connsiteX1" fmla="*/ 135841 w 135841"/>
                    <a:gd name="connsiteY1" fmla="*/ 11833 h 353538"/>
                    <a:gd name="connsiteX2" fmla="*/ 44281 w 135841"/>
                    <a:gd name="connsiteY2" fmla="*/ 353538 h 353538"/>
                    <a:gd name="connsiteX3" fmla="*/ 0 w 135841"/>
                    <a:gd name="connsiteY3" fmla="*/ 342153 h 353538"/>
                    <a:gd name="connsiteX4" fmla="*/ 91679 w 135841"/>
                    <a:gd name="connsiteY4" fmla="*/ 0 h 3535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1" h="353538">
                      <a:moveTo>
                        <a:pt x="91679" y="0"/>
                      </a:moveTo>
                      <a:lnTo>
                        <a:pt x="135841" y="11833"/>
                      </a:lnTo>
                      <a:lnTo>
                        <a:pt x="44281" y="353538"/>
                      </a:lnTo>
                      <a:lnTo>
                        <a:pt x="0" y="342153"/>
                      </a:lnTo>
                      <a:lnTo>
                        <a:pt x="9167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" name="Freeform: Shape 270">
                  <a:extLst>
                    <a:ext uri="{FF2B5EF4-FFF2-40B4-BE49-F238E27FC236}">
                      <a16:creationId xmlns:a16="http://schemas.microsoft.com/office/drawing/2014/main" id="{3900BF01-4551-7C6C-452B-5B8C190ED5AE}"/>
                    </a:ext>
                  </a:extLst>
                </p:cNvPr>
                <p:cNvSpPr/>
                <p:nvPr/>
              </p:nvSpPr>
              <p:spPr>
                <a:xfrm>
                  <a:off x="4762821" y="1146720"/>
                  <a:ext cx="217217" cy="331395"/>
                </a:xfrm>
                <a:custGeom>
                  <a:avLst/>
                  <a:gdLst>
                    <a:gd name="connsiteX0" fmla="*/ 39595 w 217217"/>
                    <a:gd name="connsiteY0" fmla="*/ 0 h 331395"/>
                    <a:gd name="connsiteX1" fmla="*/ 217217 w 217217"/>
                    <a:gd name="connsiteY1" fmla="*/ 307651 h 331395"/>
                    <a:gd name="connsiteX2" fmla="*/ 178133 w 217217"/>
                    <a:gd name="connsiteY2" fmla="*/ 331395 h 331395"/>
                    <a:gd name="connsiteX3" fmla="*/ 0 w 217217"/>
                    <a:gd name="connsiteY3" fmla="*/ 22860 h 331395"/>
                    <a:gd name="connsiteX4" fmla="*/ 39595 w 217217"/>
                    <a:gd name="connsiteY4" fmla="*/ 0 h 331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5">
                      <a:moveTo>
                        <a:pt x="39595" y="0"/>
                      </a:moveTo>
                      <a:lnTo>
                        <a:pt x="217217" y="307651"/>
                      </a:lnTo>
                      <a:lnTo>
                        <a:pt x="178133" y="331395"/>
                      </a:lnTo>
                      <a:lnTo>
                        <a:pt x="0" y="22860"/>
                      </a:lnTo>
                      <a:lnTo>
                        <a:pt x="3959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" name="Freeform: Shape 271">
                  <a:extLst>
                    <a:ext uri="{FF2B5EF4-FFF2-40B4-BE49-F238E27FC236}">
                      <a16:creationId xmlns:a16="http://schemas.microsoft.com/office/drawing/2014/main" id="{7B0AA70A-9148-6FE0-F027-1804ADD4D750}"/>
                    </a:ext>
                  </a:extLst>
                </p:cNvPr>
                <p:cNvSpPr/>
                <p:nvPr/>
              </p:nvSpPr>
              <p:spPr>
                <a:xfrm>
                  <a:off x="7197332" y="1146719"/>
                  <a:ext cx="215761" cy="328876"/>
                </a:xfrm>
                <a:custGeom>
                  <a:avLst/>
                  <a:gdLst>
                    <a:gd name="connsiteX0" fmla="*/ 176169 w 215761"/>
                    <a:gd name="connsiteY0" fmla="*/ 0 h 328876"/>
                    <a:gd name="connsiteX1" fmla="*/ 215761 w 215761"/>
                    <a:gd name="connsiteY1" fmla="*/ 22859 h 328876"/>
                    <a:gd name="connsiteX2" fmla="*/ 39082 w 215761"/>
                    <a:gd name="connsiteY2" fmla="*/ 328876 h 328876"/>
                    <a:gd name="connsiteX3" fmla="*/ 0 w 215761"/>
                    <a:gd name="connsiteY3" fmla="*/ 305133 h 328876"/>
                    <a:gd name="connsiteX4" fmla="*/ 176169 w 215761"/>
                    <a:gd name="connsiteY4" fmla="*/ 0 h 3288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1" h="328876">
                      <a:moveTo>
                        <a:pt x="176169" y="0"/>
                      </a:moveTo>
                      <a:lnTo>
                        <a:pt x="215761" y="22859"/>
                      </a:lnTo>
                      <a:lnTo>
                        <a:pt x="39082" y="328876"/>
                      </a:lnTo>
                      <a:lnTo>
                        <a:pt x="0" y="305133"/>
                      </a:lnTo>
                      <a:lnTo>
                        <a:pt x="17616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" name="Freeform: Shape 272">
                  <a:extLst>
                    <a:ext uri="{FF2B5EF4-FFF2-40B4-BE49-F238E27FC236}">
                      <a16:creationId xmlns:a16="http://schemas.microsoft.com/office/drawing/2014/main" id="{0B515456-C16C-C23C-65F0-F83CA1CAEB8B}"/>
                    </a:ext>
                  </a:extLst>
                </p:cNvPr>
                <p:cNvSpPr/>
                <p:nvPr/>
              </p:nvSpPr>
              <p:spPr>
                <a:xfrm>
                  <a:off x="4225764" y="1556870"/>
                  <a:ext cx="283734" cy="283868"/>
                </a:xfrm>
                <a:custGeom>
                  <a:avLst/>
                  <a:gdLst>
                    <a:gd name="connsiteX0" fmla="*/ 32328 w 283734"/>
                    <a:gd name="connsiteY0" fmla="*/ 0 h 283868"/>
                    <a:gd name="connsiteX1" fmla="*/ 283734 w 283734"/>
                    <a:gd name="connsiteY1" fmla="*/ 251406 h 283868"/>
                    <a:gd name="connsiteX2" fmla="*/ 268266 w 283734"/>
                    <a:gd name="connsiteY2" fmla="*/ 265464 h 283868"/>
                    <a:gd name="connsiteX3" fmla="*/ 251540 w 283734"/>
                    <a:gd name="connsiteY3" fmla="*/ 283868 h 283868"/>
                    <a:gd name="connsiteX4" fmla="*/ 0 w 283734"/>
                    <a:gd name="connsiteY4" fmla="*/ 32328 h 283868"/>
                    <a:gd name="connsiteX5" fmla="*/ 32328 w 283734"/>
                    <a:gd name="connsiteY5" fmla="*/ 0 h 283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4" h="283868">
                      <a:moveTo>
                        <a:pt x="32328" y="0"/>
                      </a:moveTo>
                      <a:lnTo>
                        <a:pt x="283734" y="251406"/>
                      </a:lnTo>
                      <a:lnTo>
                        <a:pt x="268266" y="265464"/>
                      </a:lnTo>
                      <a:lnTo>
                        <a:pt x="251540" y="283868"/>
                      </a:lnTo>
                      <a:lnTo>
                        <a:pt x="0" y="32328"/>
                      </a:lnTo>
                      <a:lnTo>
                        <a:pt x="3232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" name="Freeform: Shape 273">
                  <a:extLst>
                    <a:ext uri="{FF2B5EF4-FFF2-40B4-BE49-F238E27FC236}">
                      <a16:creationId xmlns:a16="http://schemas.microsoft.com/office/drawing/2014/main" id="{8A3614A9-E025-C029-AA73-814BDB9ADD8D}"/>
                    </a:ext>
                  </a:extLst>
                </p:cNvPr>
                <p:cNvSpPr/>
                <p:nvPr/>
              </p:nvSpPr>
              <p:spPr>
                <a:xfrm>
                  <a:off x="7669082" y="1556870"/>
                  <a:ext cx="281068" cy="280936"/>
                </a:xfrm>
                <a:custGeom>
                  <a:avLst/>
                  <a:gdLst>
                    <a:gd name="connsiteX0" fmla="*/ 248740 w 281068"/>
                    <a:gd name="connsiteY0" fmla="*/ 0 h 280936"/>
                    <a:gd name="connsiteX1" fmla="*/ 281068 w 281068"/>
                    <a:gd name="connsiteY1" fmla="*/ 32329 h 280936"/>
                    <a:gd name="connsiteX2" fmla="*/ 32462 w 281068"/>
                    <a:gd name="connsiteY2" fmla="*/ 280936 h 280936"/>
                    <a:gd name="connsiteX3" fmla="*/ 18400 w 281068"/>
                    <a:gd name="connsiteY3" fmla="*/ 265464 h 280936"/>
                    <a:gd name="connsiteX4" fmla="*/ 0 w 281068"/>
                    <a:gd name="connsiteY4" fmla="*/ 248741 h 280936"/>
                    <a:gd name="connsiteX5" fmla="*/ 248740 w 281068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68" h="280936">
                      <a:moveTo>
                        <a:pt x="248740" y="0"/>
                      </a:moveTo>
                      <a:lnTo>
                        <a:pt x="281068" y="32329"/>
                      </a:lnTo>
                      <a:lnTo>
                        <a:pt x="32462" y="280936"/>
                      </a:lnTo>
                      <a:lnTo>
                        <a:pt x="18400" y="265464"/>
                      </a:lnTo>
                      <a:lnTo>
                        <a:pt x="0" y="248741"/>
                      </a:lnTo>
                      <a:lnTo>
                        <a:pt x="24874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Freeform: Shape 274">
                  <a:extLst>
                    <a:ext uri="{FF2B5EF4-FFF2-40B4-BE49-F238E27FC236}">
                      <a16:creationId xmlns:a16="http://schemas.microsoft.com/office/drawing/2014/main" id="{21C1A393-EAA5-BDF0-1EE4-3883E1469D04}"/>
                    </a:ext>
                  </a:extLst>
                </p:cNvPr>
                <p:cNvSpPr/>
                <p:nvPr/>
              </p:nvSpPr>
              <p:spPr>
                <a:xfrm>
                  <a:off x="3815614" y="2093927"/>
                  <a:ext cx="332209" cy="217687"/>
                </a:xfrm>
                <a:custGeom>
                  <a:avLst/>
                  <a:gdLst>
                    <a:gd name="connsiteX0" fmla="*/ 22860 w 332209"/>
                    <a:gd name="connsiteY0" fmla="*/ 0 h 217687"/>
                    <a:gd name="connsiteX1" fmla="*/ 332209 w 332209"/>
                    <a:gd name="connsiteY1" fmla="*/ 178603 h 217687"/>
                    <a:gd name="connsiteX2" fmla="*/ 308465 w 332209"/>
                    <a:gd name="connsiteY2" fmla="*/ 217687 h 217687"/>
                    <a:gd name="connsiteX3" fmla="*/ 0 w 332209"/>
                    <a:gd name="connsiteY3" fmla="*/ 39594 h 217687"/>
                    <a:gd name="connsiteX4" fmla="*/ 22860 w 332209"/>
                    <a:gd name="connsiteY4" fmla="*/ 0 h 2176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09" h="217687">
                      <a:moveTo>
                        <a:pt x="22860" y="0"/>
                      </a:moveTo>
                      <a:lnTo>
                        <a:pt x="332209" y="178603"/>
                      </a:lnTo>
                      <a:lnTo>
                        <a:pt x="308465" y="217687"/>
                      </a:lnTo>
                      <a:lnTo>
                        <a:pt x="0" y="39594"/>
                      </a:lnTo>
                      <a:lnTo>
                        <a:pt x="2286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Freeform: Shape 275">
                  <a:extLst>
                    <a:ext uri="{FF2B5EF4-FFF2-40B4-BE49-F238E27FC236}">
                      <a16:creationId xmlns:a16="http://schemas.microsoft.com/office/drawing/2014/main" id="{BF12993C-A939-DDD7-750D-0919DD8D9B55}"/>
                    </a:ext>
                  </a:extLst>
                </p:cNvPr>
                <p:cNvSpPr/>
                <p:nvPr/>
              </p:nvSpPr>
              <p:spPr>
                <a:xfrm>
                  <a:off x="8032238" y="2093927"/>
                  <a:ext cx="328063" cy="215292"/>
                </a:xfrm>
                <a:custGeom>
                  <a:avLst/>
                  <a:gdLst>
                    <a:gd name="connsiteX0" fmla="*/ 305203 w 328063"/>
                    <a:gd name="connsiteY0" fmla="*/ 0 h 215292"/>
                    <a:gd name="connsiteX1" fmla="*/ 328063 w 328063"/>
                    <a:gd name="connsiteY1" fmla="*/ 39593 h 215292"/>
                    <a:gd name="connsiteX2" fmla="*/ 23743 w 328063"/>
                    <a:gd name="connsiteY2" fmla="*/ 215292 h 215292"/>
                    <a:gd name="connsiteX3" fmla="*/ 0 w 328063"/>
                    <a:gd name="connsiteY3" fmla="*/ 176209 h 215292"/>
                    <a:gd name="connsiteX4" fmla="*/ 305203 w 328063"/>
                    <a:gd name="connsiteY4" fmla="*/ 0 h 215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3" h="215292">
                      <a:moveTo>
                        <a:pt x="305203" y="0"/>
                      </a:moveTo>
                      <a:lnTo>
                        <a:pt x="328063" y="39593"/>
                      </a:lnTo>
                      <a:lnTo>
                        <a:pt x="23743" y="215292"/>
                      </a:lnTo>
                      <a:lnTo>
                        <a:pt x="0" y="176209"/>
                      </a:lnTo>
                      <a:lnTo>
                        <a:pt x="30520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Freeform: Shape 276">
                  <a:extLst>
                    <a:ext uri="{FF2B5EF4-FFF2-40B4-BE49-F238E27FC236}">
                      <a16:creationId xmlns:a16="http://schemas.microsoft.com/office/drawing/2014/main" id="{FE1DFE57-7311-33AE-43CF-63A5F54B8199}"/>
                    </a:ext>
                  </a:extLst>
                </p:cNvPr>
                <p:cNvSpPr/>
                <p:nvPr/>
              </p:nvSpPr>
              <p:spPr>
                <a:xfrm>
                  <a:off x="3560320" y="2721289"/>
                  <a:ext cx="356833" cy="136723"/>
                </a:xfrm>
                <a:custGeom>
                  <a:avLst/>
                  <a:gdLst>
                    <a:gd name="connsiteX0" fmla="*/ 11833 w 356833"/>
                    <a:gd name="connsiteY0" fmla="*/ 0 h 136723"/>
                    <a:gd name="connsiteX1" fmla="*/ 356833 w 356833"/>
                    <a:gd name="connsiteY1" fmla="*/ 92443 h 136723"/>
                    <a:gd name="connsiteX2" fmla="*/ 345447 w 356833"/>
                    <a:gd name="connsiteY2" fmla="*/ 136723 h 136723"/>
                    <a:gd name="connsiteX3" fmla="*/ 0 w 356833"/>
                    <a:gd name="connsiteY3" fmla="*/ 44161 h 136723"/>
                    <a:gd name="connsiteX4" fmla="*/ 11833 w 356833"/>
                    <a:gd name="connsiteY4" fmla="*/ 0 h 136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3" h="136723">
                      <a:moveTo>
                        <a:pt x="11833" y="0"/>
                      </a:moveTo>
                      <a:lnTo>
                        <a:pt x="356833" y="92443"/>
                      </a:lnTo>
                      <a:lnTo>
                        <a:pt x="345447" y="136723"/>
                      </a:lnTo>
                      <a:lnTo>
                        <a:pt x="0" y="44161"/>
                      </a:lnTo>
                      <a:lnTo>
                        <a:pt x="1183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Freeform: Shape 277">
                  <a:extLst>
                    <a:ext uri="{FF2B5EF4-FFF2-40B4-BE49-F238E27FC236}">
                      <a16:creationId xmlns:a16="http://schemas.microsoft.com/office/drawing/2014/main" id="{45AFB30B-F11F-8096-AD96-05320CD0006F}"/>
                    </a:ext>
                  </a:extLst>
                </p:cNvPr>
                <p:cNvSpPr/>
                <p:nvPr/>
              </p:nvSpPr>
              <p:spPr>
                <a:xfrm>
                  <a:off x="8264000" y="2721289"/>
                  <a:ext cx="351595" cy="135321"/>
                </a:xfrm>
                <a:custGeom>
                  <a:avLst/>
                  <a:gdLst>
                    <a:gd name="connsiteX0" fmla="*/ 339761 w 351595"/>
                    <a:gd name="connsiteY0" fmla="*/ 0 h 135321"/>
                    <a:gd name="connsiteX1" fmla="*/ 351595 w 351595"/>
                    <a:gd name="connsiteY1" fmla="*/ 44162 h 135321"/>
                    <a:gd name="connsiteX2" fmla="*/ 11386 w 351595"/>
                    <a:gd name="connsiteY2" fmla="*/ 135321 h 135321"/>
                    <a:gd name="connsiteX3" fmla="*/ 0 w 351595"/>
                    <a:gd name="connsiteY3" fmla="*/ 91039 h 135321"/>
                    <a:gd name="connsiteX4" fmla="*/ 339761 w 351595"/>
                    <a:gd name="connsiteY4" fmla="*/ 0 h 135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1">
                      <a:moveTo>
                        <a:pt x="339761" y="0"/>
                      </a:moveTo>
                      <a:lnTo>
                        <a:pt x="351595" y="44162"/>
                      </a:lnTo>
                      <a:lnTo>
                        <a:pt x="11386" y="135321"/>
                      </a:lnTo>
                      <a:lnTo>
                        <a:pt x="0" y="91039"/>
                      </a:lnTo>
                      <a:lnTo>
                        <a:pt x="3397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Freeform: Shape 278">
                  <a:extLst>
                    <a:ext uri="{FF2B5EF4-FFF2-40B4-BE49-F238E27FC236}">
                      <a16:creationId xmlns:a16="http://schemas.microsoft.com/office/drawing/2014/main" id="{63401CFE-5FE1-9BB5-01C4-1D6460C50C31}"/>
                    </a:ext>
                  </a:extLst>
                </p:cNvPr>
                <p:cNvSpPr/>
                <p:nvPr/>
              </p:nvSpPr>
              <p:spPr>
                <a:xfrm>
                  <a:off x="3477279" y="3396204"/>
                  <a:ext cx="356521" cy="45719"/>
                </a:xfrm>
                <a:custGeom>
                  <a:avLst/>
                  <a:gdLst>
                    <a:gd name="connsiteX0" fmla="*/ 356520 w 356521"/>
                    <a:gd name="connsiteY0" fmla="*/ 0 h 45719"/>
                    <a:gd name="connsiteX1" fmla="*/ 355366 w 356521"/>
                    <a:gd name="connsiteY1" fmla="*/ 22857 h 45719"/>
                    <a:gd name="connsiteX2" fmla="*/ 356521 w 356521"/>
                    <a:gd name="connsiteY2" fmla="*/ 45719 h 45719"/>
                    <a:gd name="connsiteX3" fmla="*/ 1 w 356521"/>
                    <a:gd name="connsiteY3" fmla="*/ 45719 h 45719"/>
                    <a:gd name="connsiteX4" fmla="*/ 0 w 356521"/>
                    <a:gd name="connsiteY4" fmla="*/ 0 h 45719"/>
                    <a:gd name="connsiteX5" fmla="*/ 356520 w 356521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6521" h="45719">
                      <a:moveTo>
                        <a:pt x="356520" y="0"/>
                      </a:moveTo>
                      <a:lnTo>
                        <a:pt x="355366" y="22857"/>
                      </a:lnTo>
                      <a:lnTo>
                        <a:pt x="356521" y="45719"/>
                      </a:lnTo>
                      <a:lnTo>
                        <a:pt x="1" y="45719"/>
                      </a:lnTo>
                      <a:lnTo>
                        <a:pt x="0" y="0"/>
                      </a:lnTo>
                      <a:lnTo>
                        <a:pt x="35652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Freeform: Shape 279">
                  <a:extLst>
                    <a:ext uri="{FF2B5EF4-FFF2-40B4-BE49-F238E27FC236}">
                      <a16:creationId xmlns:a16="http://schemas.microsoft.com/office/drawing/2014/main" id="{2EEC49BF-987B-8E2A-D7AE-A638B4F345C2}"/>
                    </a:ext>
                  </a:extLst>
                </p:cNvPr>
                <p:cNvSpPr/>
                <p:nvPr/>
              </p:nvSpPr>
              <p:spPr>
                <a:xfrm>
                  <a:off x="8347714" y="3396204"/>
                  <a:ext cx="350920" cy="45719"/>
                </a:xfrm>
                <a:custGeom>
                  <a:avLst/>
                  <a:gdLst>
                    <a:gd name="connsiteX0" fmla="*/ 0 w 350920"/>
                    <a:gd name="connsiteY0" fmla="*/ 0 h 45719"/>
                    <a:gd name="connsiteX1" fmla="*/ 350920 w 350920"/>
                    <a:gd name="connsiteY1" fmla="*/ 0 h 45719"/>
                    <a:gd name="connsiteX2" fmla="*/ 350920 w 350920"/>
                    <a:gd name="connsiteY2" fmla="*/ 45719 h 45719"/>
                    <a:gd name="connsiteX3" fmla="*/ 0 w 350920"/>
                    <a:gd name="connsiteY3" fmla="*/ 45719 h 45719"/>
                    <a:gd name="connsiteX4" fmla="*/ 1154 w 350920"/>
                    <a:gd name="connsiteY4" fmla="*/ 22857 h 45719"/>
                    <a:gd name="connsiteX5" fmla="*/ 0 w 350920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0920" h="45719">
                      <a:moveTo>
                        <a:pt x="0" y="0"/>
                      </a:moveTo>
                      <a:lnTo>
                        <a:pt x="350920" y="0"/>
                      </a:lnTo>
                      <a:lnTo>
                        <a:pt x="350920" y="45719"/>
                      </a:lnTo>
                      <a:lnTo>
                        <a:pt x="0" y="45719"/>
                      </a:lnTo>
                      <a:lnTo>
                        <a:pt x="1154" y="2285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Freeform: Shape 280">
                  <a:extLst>
                    <a:ext uri="{FF2B5EF4-FFF2-40B4-BE49-F238E27FC236}">
                      <a16:creationId xmlns:a16="http://schemas.microsoft.com/office/drawing/2014/main" id="{CE35930D-5F95-0319-F35B-78FAE23D1C98}"/>
                    </a:ext>
                  </a:extLst>
                </p:cNvPr>
                <p:cNvSpPr/>
                <p:nvPr/>
              </p:nvSpPr>
              <p:spPr>
                <a:xfrm>
                  <a:off x="3560319" y="3980112"/>
                  <a:ext cx="356835" cy="136724"/>
                </a:xfrm>
                <a:custGeom>
                  <a:avLst/>
                  <a:gdLst>
                    <a:gd name="connsiteX0" fmla="*/ 345449 w 356835"/>
                    <a:gd name="connsiteY0" fmla="*/ 0 h 136724"/>
                    <a:gd name="connsiteX1" fmla="*/ 356835 w 356835"/>
                    <a:gd name="connsiteY1" fmla="*/ 44281 h 136724"/>
                    <a:gd name="connsiteX2" fmla="*/ 11833 w 356835"/>
                    <a:gd name="connsiteY2" fmla="*/ 136724 h 136724"/>
                    <a:gd name="connsiteX3" fmla="*/ 0 w 356835"/>
                    <a:gd name="connsiteY3" fmla="*/ 92563 h 136724"/>
                    <a:gd name="connsiteX4" fmla="*/ 345449 w 356835"/>
                    <a:gd name="connsiteY4" fmla="*/ 0 h 136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5" h="136724">
                      <a:moveTo>
                        <a:pt x="345449" y="0"/>
                      </a:moveTo>
                      <a:lnTo>
                        <a:pt x="356835" y="44281"/>
                      </a:lnTo>
                      <a:lnTo>
                        <a:pt x="11833" y="136724"/>
                      </a:lnTo>
                      <a:lnTo>
                        <a:pt x="0" y="92563"/>
                      </a:lnTo>
                      <a:lnTo>
                        <a:pt x="34544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Freeform: Shape 281">
                  <a:extLst>
                    <a:ext uri="{FF2B5EF4-FFF2-40B4-BE49-F238E27FC236}">
                      <a16:creationId xmlns:a16="http://schemas.microsoft.com/office/drawing/2014/main" id="{C625ADC5-B520-550F-727A-6B5CAA99574F}"/>
                    </a:ext>
                  </a:extLst>
                </p:cNvPr>
                <p:cNvSpPr/>
                <p:nvPr/>
              </p:nvSpPr>
              <p:spPr>
                <a:xfrm>
                  <a:off x="8264000" y="3981516"/>
                  <a:ext cx="351595" cy="135320"/>
                </a:xfrm>
                <a:custGeom>
                  <a:avLst/>
                  <a:gdLst>
                    <a:gd name="connsiteX0" fmla="*/ 11385 w 351595"/>
                    <a:gd name="connsiteY0" fmla="*/ 0 h 135320"/>
                    <a:gd name="connsiteX1" fmla="*/ 351595 w 351595"/>
                    <a:gd name="connsiteY1" fmla="*/ 91159 h 135320"/>
                    <a:gd name="connsiteX2" fmla="*/ 339762 w 351595"/>
                    <a:gd name="connsiteY2" fmla="*/ 135320 h 135320"/>
                    <a:gd name="connsiteX3" fmla="*/ 0 w 351595"/>
                    <a:gd name="connsiteY3" fmla="*/ 44281 h 135320"/>
                    <a:gd name="connsiteX4" fmla="*/ 11385 w 351595"/>
                    <a:gd name="connsiteY4" fmla="*/ 0 h 135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0">
                      <a:moveTo>
                        <a:pt x="11385" y="0"/>
                      </a:moveTo>
                      <a:lnTo>
                        <a:pt x="351595" y="91159"/>
                      </a:lnTo>
                      <a:lnTo>
                        <a:pt x="339762" y="135320"/>
                      </a:lnTo>
                      <a:lnTo>
                        <a:pt x="0" y="44281"/>
                      </a:lnTo>
                      <a:lnTo>
                        <a:pt x="1138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Freeform: Shape 282">
                  <a:extLst>
                    <a:ext uri="{FF2B5EF4-FFF2-40B4-BE49-F238E27FC236}">
                      <a16:creationId xmlns:a16="http://schemas.microsoft.com/office/drawing/2014/main" id="{08906390-8CA7-D4B7-2686-300D43797816}"/>
                    </a:ext>
                  </a:extLst>
                </p:cNvPr>
                <p:cNvSpPr/>
                <p:nvPr/>
              </p:nvSpPr>
              <p:spPr>
                <a:xfrm>
                  <a:off x="3815614" y="4526511"/>
                  <a:ext cx="332211" cy="217688"/>
                </a:xfrm>
                <a:custGeom>
                  <a:avLst/>
                  <a:gdLst>
                    <a:gd name="connsiteX0" fmla="*/ 308467 w 332211"/>
                    <a:gd name="connsiteY0" fmla="*/ 0 h 217688"/>
                    <a:gd name="connsiteX1" fmla="*/ 332211 w 332211"/>
                    <a:gd name="connsiteY1" fmla="*/ 39084 h 217688"/>
                    <a:gd name="connsiteX2" fmla="*/ 22860 w 332211"/>
                    <a:gd name="connsiteY2" fmla="*/ 217688 h 217688"/>
                    <a:gd name="connsiteX3" fmla="*/ 0 w 332211"/>
                    <a:gd name="connsiteY3" fmla="*/ 178093 h 217688"/>
                    <a:gd name="connsiteX4" fmla="*/ 308467 w 332211"/>
                    <a:gd name="connsiteY4" fmla="*/ 0 h 217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11" h="217688">
                      <a:moveTo>
                        <a:pt x="308467" y="0"/>
                      </a:moveTo>
                      <a:lnTo>
                        <a:pt x="332211" y="39084"/>
                      </a:lnTo>
                      <a:lnTo>
                        <a:pt x="22860" y="217688"/>
                      </a:lnTo>
                      <a:lnTo>
                        <a:pt x="0" y="178093"/>
                      </a:lnTo>
                      <a:lnTo>
                        <a:pt x="30846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Freeform: Shape 283">
                  <a:extLst>
                    <a:ext uri="{FF2B5EF4-FFF2-40B4-BE49-F238E27FC236}">
                      <a16:creationId xmlns:a16="http://schemas.microsoft.com/office/drawing/2014/main" id="{03A1AEBA-8760-2E15-BE35-3CC63C420F91}"/>
                    </a:ext>
                  </a:extLst>
                </p:cNvPr>
                <p:cNvSpPr/>
                <p:nvPr/>
              </p:nvSpPr>
              <p:spPr>
                <a:xfrm>
                  <a:off x="8032234" y="4528904"/>
                  <a:ext cx="328066" cy="215294"/>
                </a:xfrm>
                <a:custGeom>
                  <a:avLst/>
                  <a:gdLst>
                    <a:gd name="connsiteX0" fmla="*/ 23744 w 328066"/>
                    <a:gd name="connsiteY0" fmla="*/ 0 h 215294"/>
                    <a:gd name="connsiteX1" fmla="*/ 328066 w 328066"/>
                    <a:gd name="connsiteY1" fmla="*/ 175700 h 215294"/>
                    <a:gd name="connsiteX2" fmla="*/ 305206 w 328066"/>
                    <a:gd name="connsiteY2" fmla="*/ 215294 h 215294"/>
                    <a:gd name="connsiteX3" fmla="*/ 0 w 328066"/>
                    <a:gd name="connsiteY3" fmla="*/ 39084 h 215294"/>
                    <a:gd name="connsiteX4" fmla="*/ 23744 w 328066"/>
                    <a:gd name="connsiteY4" fmla="*/ 0 h 215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6" h="215294">
                      <a:moveTo>
                        <a:pt x="23744" y="0"/>
                      </a:moveTo>
                      <a:lnTo>
                        <a:pt x="328066" y="175700"/>
                      </a:lnTo>
                      <a:lnTo>
                        <a:pt x="305206" y="215294"/>
                      </a:lnTo>
                      <a:lnTo>
                        <a:pt x="0" y="39084"/>
                      </a:lnTo>
                      <a:lnTo>
                        <a:pt x="2374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Freeform: Shape 284">
                  <a:extLst>
                    <a:ext uri="{FF2B5EF4-FFF2-40B4-BE49-F238E27FC236}">
                      <a16:creationId xmlns:a16="http://schemas.microsoft.com/office/drawing/2014/main" id="{EA28AEC2-A673-466D-8D25-5CEE5F2EE721}"/>
                    </a:ext>
                  </a:extLst>
                </p:cNvPr>
                <p:cNvSpPr/>
                <p:nvPr/>
              </p:nvSpPr>
              <p:spPr>
                <a:xfrm>
                  <a:off x="4225765" y="4997386"/>
                  <a:ext cx="283736" cy="283869"/>
                </a:xfrm>
                <a:custGeom>
                  <a:avLst/>
                  <a:gdLst>
                    <a:gd name="connsiteX0" fmla="*/ 251541 w 283736"/>
                    <a:gd name="connsiteY0" fmla="*/ 0 h 283869"/>
                    <a:gd name="connsiteX1" fmla="*/ 268265 w 283736"/>
                    <a:gd name="connsiteY1" fmla="*/ 18401 h 283869"/>
                    <a:gd name="connsiteX2" fmla="*/ 283736 w 283736"/>
                    <a:gd name="connsiteY2" fmla="*/ 32462 h 283869"/>
                    <a:gd name="connsiteX3" fmla="*/ 32328 w 283736"/>
                    <a:gd name="connsiteY3" fmla="*/ 283869 h 283869"/>
                    <a:gd name="connsiteX4" fmla="*/ 0 w 283736"/>
                    <a:gd name="connsiteY4" fmla="*/ 251541 h 283869"/>
                    <a:gd name="connsiteX5" fmla="*/ 251541 w 283736"/>
                    <a:gd name="connsiteY5" fmla="*/ 0 h 283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6" h="283869">
                      <a:moveTo>
                        <a:pt x="251541" y="0"/>
                      </a:moveTo>
                      <a:lnTo>
                        <a:pt x="268265" y="18401"/>
                      </a:lnTo>
                      <a:lnTo>
                        <a:pt x="283736" y="32462"/>
                      </a:lnTo>
                      <a:lnTo>
                        <a:pt x="32328" y="283869"/>
                      </a:lnTo>
                      <a:lnTo>
                        <a:pt x="0" y="251541"/>
                      </a:lnTo>
                      <a:lnTo>
                        <a:pt x="25154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Freeform: Shape 285">
                  <a:extLst>
                    <a:ext uri="{FF2B5EF4-FFF2-40B4-BE49-F238E27FC236}">
                      <a16:creationId xmlns:a16="http://schemas.microsoft.com/office/drawing/2014/main" id="{BF27707A-521D-8440-43A1-FBEF59033A31}"/>
                    </a:ext>
                  </a:extLst>
                </p:cNvPr>
                <p:cNvSpPr/>
                <p:nvPr/>
              </p:nvSpPr>
              <p:spPr>
                <a:xfrm>
                  <a:off x="7669079" y="5000318"/>
                  <a:ext cx="281070" cy="280936"/>
                </a:xfrm>
                <a:custGeom>
                  <a:avLst/>
                  <a:gdLst>
                    <a:gd name="connsiteX0" fmla="*/ 32462 w 281070"/>
                    <a:gd name="connsiteY0" fmla="*/ 0 h 280936"/>
                    <a:gd name="connsiteX1" fmla="*/ 281070 w 281070"/>
                    <a:gd name="connsiteY1" fmla="*/ 248608 h 280936"/>
                    <a:gd name="connsiteX2" fmla="*/ 248742 w 281070"/>
                    <a:gd name="connsiteY2" fmla="*/ 280936 h 280936"/>
                    <a:gd name="connsiteX3" fmla="*/ 0 w 281070"/>
                    <a:gd name="connsiteY3" fmla="*/ 32194 h 280936"/>
                    <a:gd name="connsiteX4" fmla="*/ 18403 w 281070"/>
                    <a:gd name="connsiteY4" fmla="*/ 15468 h 280936"/>
                    <a:gd name="connsiteX5" fmla="*/ 32462 w 281070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70" h="280936">
                      <a:moveTo>
                        <a:pt x="32462" y="0"/>
                      </a:moveTo>
                      <a:lnTo>
                        <a:pt x="281070" y="248608"/>
                      </a:lnTo>
                      <a:lnTo>
                        <a:pt x="248742" y="280936"/>
                      </a:lnTo>
                      <a:lnTo>
                        <a:pt x="0" y="32194"/>
                      </a:lnTo>
                      <a:lnTo>
                        <a:pt x="18403" y="15468"/>
                      </a:lnTo>
                      <a:lnTo>
                        <a:pt x="3246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Freeform: Shape 286">
                  <a:extLst>
                    <a:ext uri="{FF2B5EF4-FFF2-40B4-BE49-F238E27FC236}">
                      <a16:creationId xmlns:a16="http://schemas.microsoft.com/office/drawing/2014/main" id="{DAFEB8B3-7AD9-5C20-CFC2-727313E4D274}"/>
                    </a:ext>
                  </a:extLst>
                </p:cNvPr>
                <p:cNvSpPr/>
                <p:nvPr/>
              </p:nvSpPr>
              <p:spPr>
                <a:xfrm>
                  <a:off x="4762823" y="5360009"/>
                  <a:ext cx="217217" cy="331397"/>
                </a:xfrm>
                <a:custGeom>
                  <a:avLst/>
                  <a:gdLst>
                    <a:gd name="connsiteX0" fmla="*/ 178134 w 217217"/>
                    <a:gd name="connsiteY0" fmla="*/ 0 h 331397"/>
                    <a:gd name="connsiteX1" fmla="*/ 217217 w 217217"/>
                    <a:gd name="connsiteY1" fmla="*/ 23744 h 331397"/>
                    <a:gd name="connsiteX2" fmla="*/ 39593 w 217217"/>
                    <a:gd name="connsiteY2" fmla="*/ 331397 h 331397"/>
                    <a:gd name="connsiteX3" fmla="*/ 0 w 217217"/>
                    <a:gd name="connsiteY3" fmla="*/ 308537 h 331397"/>
                    <a:gd name="connsiteX4" fmla="*/ 178134 w 217217"/>
                    <a:gd name="connsiteY4" fmla="*/ 0 h 331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7">
                      <a:moveTo>
                        <a:pt x="178134" y="0"/>
                      </a:moveTo>
                      <a:lnTo>
                        <a:pt x="217217" y="23744"/>
                      </a:lnTo>
                      <a:lnTo>
                        <a:pt x="39593" y="331397"/>
                      </a:lnTo>
                      <a:lnTo>
                        <a:pt x="0" y="308537"/>
                      </a:lnTo>
                      <a:lnTo>
                        <a:pt x="17813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" name="Freeform: Shape 287">
                  <a:extLst>
                    <a:ext uri="{FF2B5EF4-FFF2-40B4-BE49-F238E27FC236}">
                      <a16:creationId xmlns:a16="http://schemas.microsoft.com/office/drawing/2014/main" id="{E9F8A923-1FBB-90D6-80DB-0A20CB195FBA}"/>
                    </a:ext>
                  </a:extLst>
                </p:cNvPr>
                <p:cNvSpPr/>
                <p:nvPr/>
              </p:nvSpPr>
              <p:spPr>
                <a:xfrm>
                  <a:off x="7197328" y="5362526"/>
                  <a:ext cx="215764" cy="328878"/>
                </a:xfrm>
                <a:custGeom>
                  <a:avLst/>
                  <a:gdLst>
                    <a:gd name="connsiteX0" fmla="*/ 39084 w 215764"/>
                    <a:gd name="connsiteY0" fmla="*/ 0 h 328878"/>
                    <a:gd name="connsiteX1" fmla="*/ 215764 w 215764"/>
                    <a:gd name="connsiteY1" fmla="*/ 306019 h 328878"/>
                    <a:gd name="connsiteX2" fmla="*/ 176170 w 215764"/>
                    <a:gd name="connsiteY2" fmla="*/ 328878 h 328878"/>
                    <a:gd name="connsiteX3" fmla="*/ 0 w 215764"/>
                    <a:gd name="connsiteY3" fmla="*/ 23744 h 328878"/>
                    <a:gd name="connsiteX4" fmla="*/ 39084 w 215764"/>
                    <a:gd name="connsiteY4" fmla="*/ 0 h 3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4" h="328878">
                      <a:moveTo>
                        <a:pt x="39084" y="0"/>
                      </a:moveTo>
                      <a:lnTo>
                        <a:pt x="215764" y="306019"/>
                      </a:lnTo>
                      <a:lnTo>
                        <a:pt x="176170" y="328878"/>
                      </a:lnTo>
                      <a:lnTo>
                        <a:pt x="0" y="23744"/>
                      </a:lnTo>
                      <a:lnTo>
                        <a:pt x="3908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" name="Freeform: Shape 288">
                  <a:extLst>
                    <a:ext uri="{FF2B5EF4-FFF2-40B4-BE49-F238E27FC236}">
                      <a16:creationId xmlns:a16="http://schemas.microsoft.com/office/drawing/2014/main" id="{467E225C-A5BF-AC85-E7A5-4F2DCA24A683}"/>
                    </a:ext>
                  </a:extLst>
                </p:cNvPr>
                <p:cNvSpPr/>
                <p:nvPr/>
              </p:nvSpPr>
              <p:spPr>
                <a:xfrm>
                  <a:off x="5390184" y="5591812"/>
                  <a:ext cx="136202" cy="354889"/>
                </a:xfrm>
                <a:custGeom>
                  <a:avLst/>
                  <a:gdLst>
                    <a:gd name="connsiteX0" fmla="*/ 91922 w 136202"/>
                    <a:gd name="connsiteY0" fmla="*/ 0 h 354889"/>
                    <a:gd name="connsiteX1" fmla="*/ 136202 w 136202"/>
                    <a:gd name="connsiteY1" fmla="*/ 11385 h 354889"/>
                    <a:gd name="connsiteX2" fmla="*/ 44161 w 136202"/>
                    <a:gd name="connsiteY2" fmla="*/ 354889 h 354889"/>
                    <a:gd name="connsiteX3" fmla="*/ 0 w 136202"/>
                    <a:gd name="connsiteY3" fmla="*/ 343056 h 354889"/>
                    <a:gd name="connsiteX4" fmla="*/ 91922 w 136202"/>
                    <a:gd name="connsiteY4" fmla="*/ 0 h 354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9">
                      <a:moveTo>
                        <a:pt x="91922" y="0"/>
                      </a:moveTo>
                      <a:lnTo>
                        <a:pt x="136202" y="11385"/>
                      </a:lnTo>
                      <a:lnTo>
                        <a:pt x="44161" y="354889"/>
                      </a:lnTo>
                      <a:lnTo>
                        <a:pt x="0" y="343056"/>
                      </a:lnTo>
                      <a:lnTo>
                        <a:pt x="9192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" name="Freeform: Shape 289">
                  <a:extLst>
                    <a:ext uri="{FF2B5EF4-FFF2-40B4-BE49-F238E27FC236}">
                      <a16:creationId xmlns:a16="http://schemas.microsoft.com/office/drawing/2014/main" id="{A5D277AA-1E2B-1D65-0E6E-E058AEFC359E}"/>
                    </a:ext>
                  </a:extLst>
                </p:cNvPr>
                <p:cNvSpPr/>
                <p:nvPr/>
              </p:nvSpPr>
              <p:spPr>
                <a:xfrm>
                  <a:off x="6649888" y="5593157"/>
                  <a:ext cx="135842" cy="353542"/>
                </a:xfrm>
                <a:custGeom>
                  <a:avLst/>
                  <a:gdLst>
                    <a:gd name="connsiteX0" fmla="*/ 44281 w 135842"/>
                    <a:gd name="connsiteY0" fmla="*/ 0 h 353542"/>
                    <a:gd name="connsiteX1" fmla="*/ 135842 w 135842"/>
                    <a:gd name="connsiteY1" fmla="*/ 341709 h 353542"/>
                    <a:gd name="connsiteX2" fmla="*/ 91681 w 135842"/>
                    <a:gd name="connsiteY2" fmla="*/ 353542 h 353542"/>
                    <a:gd name="connsiteX3" fmla="*/ 0 w 135842"/>
                    <a:gd name="connsiteY3" fmla="*/ 11386 h 353542"/>
                    <a:gd name="connsiteX4" fmla="*/ 44281 w 135842"/>
                    <a:gd name="connsiteY4" fmla="*/ 0 h 353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2" h="353542">
                      <a:moveTo>
                        <a:pt x="44281" y="0"/>
                      </a:moveTo>
                      <a:lnTo>
                        <a:pt x="135842" y="341709"/>
                      </a:lnTo>
                      <a:lnTo>
                        <a:pt x="91681" y="353542"/>
                      </a:lnTo>
                      <a:lnTo>
                        <a:pt x="0" y="11386"/>
                      </a:lnTo>
                      <a:lnTo>
                        <a:pt x="4428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" name="Freeform: Shape 290">
                  <a:extLst>
                    <a:ext uri="{FF2B5EF4-FFF2-40B4-BE49-F238E27FC236}">
                      <a16:creationId xmlns:a16="http://schemas.microsoft.com/office/drawing/2014/main" id="{ADB6A433-3FDE-F4A2-E2A8-36D71AAA1FD1}"/>
                    </a:ext>
                  </a:extLst>
                </p:cNvPr>
                <p:cNvSpPr/>
                <p:nvPr/>
              </p:nvSpPr>
              <p:spPr>
                <a:xfrm>
                  <a:off x="6065099" y="5675878"/>
                  <a:ext cx="45719" cy="353863"/>
                </a:xfrm>
                <a:custGeom>
                  <a:avLst/>
                  <a:gdLst>
                    <a:gd name="connsiteX0" fmla="*/ 0 w 45719"/>
                    <a:gd name="connsiteY0" fmla="*/ 0 h 353863"/>
                    <a:gd name="connsiteX1" fmla="*/ 25658 w 45719"/>
                    <a:gd name="connsiteY1" fmla="*/ 1295 h 353863"/>
                    <a:gd name="connsiteX2" fmla="*/ 45719 w 45719"/>
                    <a:gd name="connsiteY2" fmla="*/ 282 h 353863"/>
                    <a:gd name="connsiteX3" fmla="*/ 45719 w 45719"/>
                    <a:gd name="connsiteY3" fmla="*/ 353863 h 353863"/>
                    <a:gd name="connsiteX4" fmla="*/ 0 w 45719"/>
                    <a:gd name="connsiteY4" fmla="*/ 353863 h 353863"/>
                    <a:gd name="connsiteX5" fmla="*/ 0 w 45719"/>
                    <a:gd name="connsiteY5" fmla="*/ 0 h 353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9" h="353863">
                      <a:moveTo>
                        <a:pt x="0" y="0"/>
                      </a:moveTo>
                      <a:lnTo>
                        <a:pt x="25658" y="1295"/>
                      </a:lnTo>
                      <a:lnTo>
                        <a:pt x="45719" y="282"/>
                      </a:lnTo>
                      <a:lnTo>
                        <a:pt x="45719" y="353863"/>
                      </a:lnTo>
                      <a:lnTo>
                        <a:pt x="0" y="3538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5" name="Circle: Hollow 263">
              <a:extLst>
                <a:ext uri="{FF2B5EF4-FFF2-40B4-BE49-F238E27FC236}">
                  <a16:creationId xmlns:a16="http://schemas.microsoft.com/office/drawing/2014/main" id="{49722DA1-0BC0-23C2-C755-0C41EE1BCC9B}"/>
                </a:ext>
              </a:extLst>
            </p:cNvPr>
            <p:cNvSpPr/>
            <p:nvPr/>
          </p:nvSpPr>
          <p:spPr>
            <a:xfrm>
              <a:off x="2536424" y="967127"/>
              <a:ext cx="4877362" cy="4877362"/>
            </a:xfrm>
            <a:prstGeom prst="donut">
              <a:avLst>
                <a:gd name="adj" fmla="val 120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Circle: Hollow 264">
              <a:extLst>
                <a:ext uri="{FF2B5EF4-FFF2-40B4-BE49-F238E27FC236}">
                  <a16:creationId xmlns:a16="http://schemas.microsoft.com/office/drawing/2014/main" id="{1516A1F9-4B0F-32AE-6899-8E75AFFD4B85}"/>
                </a:ext>
              </a:extLst>
            </p:cNvPr>
            <p:cNvSpPr/>
            <p:nvPr/>
          </p:nvSpPr>
          <p:spPr>
            <a:xfrm>
              <a:off x="2215784" y="646487"/>
              <a:ext cx="5518642" cy="5518642"/>
            </a:xfrm>
            <a:prstGeom prst="donut">
              <a:avLst>
                <a:gd name="adj" fmla="val 6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C7CE0708-4C64-A221-191E-EFEA3A3D6A6C}"/>
              </a:ext>
            </a:extLst>
          </p:cNvPr>
          <p:cNvSpPr txBox="1"/>
          <p:nvPr/>
        </p:nvSpPr>
        <p:spPr>
          <a:xfrm>
            <a:off x="11608668" y="483227"/>
            <a:ext cx="5797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13</a:t>
            </a:r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r>
              <a:rPr lang="en-US" sz="800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of</a:t>
            </a:r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15</a:t>
            </a:r>
            <a:endParaRPr lang="en-ID" sz="800" b="1" i="1" dirty="0">
              <a:solidFill>
                <a:schemeClr val="bg1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591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4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D1093E-B18B-9720-BD6B-16C135F854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AC64D61-704D-8462-37C8-3FD91A715833}"/>
              </a:ext>
            </a:extLst>
          </p:cNvPr>
          <p:cNvGrpSpPr/>
          <p:nvPr/>
        </p:nvGrpSpPr>
        <p:grpSpPr>
          <a:xfrm>
            <a:off x="10749280" y="600618"/>
            <a:ext cx="724407" cy="730342"/>
            <a:chOff x="2154470" y="585173"/>
            <a:chExt cx="5641271" cy="5641271"/>
          </a:xfrm>
          <a:solidFill>
            <a:schemeClr val="bg1">
              <a:lumMod val="75000"/>
              <a:alpha val="60000"/>
            </a:schemeClr>
          </a:solidFill>
          <a:effectLst/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B67BC45-52AB-EA45-E274-493FD4102B16}"/>
                </a:ext>
              </a:extLst>
            </p:cNvPr>
            <p:cNvGrpSpPr/>
            <p:nvPr/>
          </p:nvGrpSpPr>
          <p:grpSpPr>
            <a:xfrm>
              <a:off x="2154470" y="585173"/>
              <a:ext cx="5641271" cy="5641271"/>
              <a:chOff x="3267320" y="598425"/>
              <a:chExt cx="5641271" cy="5641271"/>
            </a:xfrm>
            <a:grpFill/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56E91498-7895-2CD7-7314-C1CC8CE50CCA}"/>
                  </a:ext>
                </a:extLst>
              </p:cNvPr>
              <p:cNvGrpSpPr/>
              <p:nvPr/>
            </p:nvGrpSpPr>
            <p:grpSpPr>
              <a:xfrm>
                <a:off x="3267320" y="598425"/>
                <a:ext cx="5641271" cy="5641271"/>
                <a:chOff x="1224922" y="598425"/>
                <a:chExt cx="5641271" cy="5641271"/>
              </a:xfrm>
              <a:grpFill/>
            </p:grpSpPr>
            <p:sp>
              <p:nvSpPr>
                <p:cNvPr id="33" name="Rectangle 80">
                  <a:extLst>
                    <a:ext uri="{FF2B5EF4-FFF2-40B4-BE49-F238E27FC236}">
                      <a16:creationId xmlns:a16="http://schemas.microsoft.com/office/drawing/2014/main" id="{9D79562C-B1E0-83DE-3FF8-50B3CF409617}"/>
                    </a:ext>
                  </a:extLst>
                </p:cNvPr>
                <p:cNvSpPr/>
                <p:nvPr/>
              </p:nvSpPr>
              <p:spPr>
                <a:xfrm rot="2700000">
                  <a:off x="3958590" y="59842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4" name="Rectangle 81">
                  <a:extLst>
                    <a:ext uri="{FF2B5EF4-FFF2-40B4-BE49-F238E27FC236}">
                      <a16:creationId xmlns:a16="http://schemas.microsoft.com/office/drawing/2014/main" id="{70673F7E-4DBB-B582-94D4-98D92AFB6E57}"/>
                    </a:ext>
                  </a:extLst>
                </p:cNvPr>
                <p:cNvSpPr/>
                <p:nvPr/>
              </p:nvSpPr>
              <p:spPr>
                <a:xfrm rot="2700000">
                  <a:off x="3958590" y="606576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5" name="Rectangle 82">
                  <a:extLst>
                    <a:ext uri="{FF2B5EF4-FFF2-40B4-BE49-F238E27FC236}">
                      <a16:creationId xmlns:a16="http://schemas.microsoft.com/office/drawing/2014/main" id="{D9BE40C3-B0FD-D652-3874-8F83ABD41B0B}"/>
                    </a:ext>
                  </a:extLst>
                </p:cNvPr>
                <p:cNvSpPr/>
                <p:nvPr/>
              </p:nvSpPr>
              <p:spPr>
                <a:xfrm rot="3600000">
                  <a:off x="4666115" y="69157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6" name="Rectangle 83">
                  <a:extLst>
                    <a:ext uri="{FF2B5EF4-FFF2-40B4-BE49-F238E27FC236}">
                      <a16:creationId xmlns:a16="http://schemas.microsoft.com/office/drawing/2014/main" id="{20AF07F9-2036-D8CB-BDC7-5B7E608DB3C4}"/>
                    </a:ext>
                  </a:extLst>
                </p:cNvPr>
                <p:cNvSpPr/>
                <p:nvPr/>
              </p:nvSpPr>
              <p:spPr>
                <a:xfrm rot="3600000">
                  <a:off x="3251065" y="597261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7" name="Rectangle 84">
                  <a:extLst>
                    <a:ext uri="{FF2B5EF4-FFF2-40B4-BE49-F238E27FC236}">
                      <a16:creationId xmlns:a16="http://schemas.microsoft.com/office/drawing/2014/main" id="{7DEA655D-B5FA-2F28-FECC-D6B0A96D5B19}"/>
                    </a:ext>
                  </a:extLst>
                </p:cNvPr>
                <p:cNvSpPr/>
                <p:nvPr/>
              </p:nvSpPr>
              <p:spPr>
                <a:xfrm rot="4500000">
                  <a:off x="5325424" y="964667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8" name="Rectangle 85">
                  <a:extLst>
                    <a:ext uri="{FF2B5EF4-FFF2-40B4-BE49-F238E27FC236}">
                      <a16:creationId xmlns:a16="http://schemas.microsoft.com/office/drawing/2014/main" id="{F58547D7-B90C-6C1C-4037-156A0DBA07B6}"/>
                    </a:ext>
                  </a:extLst>
                </p:cNvPr>
                <p:cNvSpPr/>
                <p:nvPr/>
              </p:nvSpPr>
              <p:spPr>
                <a:xfrm rot="4500000">
                  <a:off x="2591756" y="5699520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9" name="Rectangle 86">
                  <a:extLst>
                    <a:ext uri="{FF2B5EF4-FFF2-40B4-BE49-F238E27FC236}">
                      <a16:creationId xmlns:a16="http://schemas.microsoft.com/office/drawing/2014/main" id="{9CAC9453-ADE7-1473-02BA-A23E24A205BB}"/>
                    </a:ext>
                  </a:extLst>
                </p:cNvPr>
                <p:cNvSpPr/>
                <p:nvPr/>
              </p:nvSpPr>
              <p:spPr>
                <a:xfrm rot="5400000">
                  <a:off x="5891586" y="139909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0" name="Rectangle 87">
                  <a:extLst>
                    <a:ext uri="{FF2B5EF4-FFF2-40B4-BE49-F238E27FC236}">
                      <a16:creationId xmlns:a16="http://schemas.microsoft.com/office/drawing/2014/main" id="{60281F16-138C-A0B0-ADD6-3DB5D601A6DE}"/>
                    </a:ext>
                  </a:extLst>
                </p:cNvPr>
                <p:cNvSpPr/>
                <p:nvPr/>
              </p:nvSpPr>
              <p:spPr>
                <a:xfrm rot="5400000">
                  <a:off x="2025594" y="526508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1" name="Rectangle 88">
                  <a:extLst>
                    <a:ext uri="{FF2B5EF4-FFF2-40B4-BE49-F238E27FC236}">
                      <a16:creationId xmlns:a16="http://schemas.microsoft.com/office/drawing/2014/main" id="{5F80F1CD-F54D-2CB0-F424-CFF3BDF1607F}"/>
                    </a:ext>
                  </a:extLst>
                </p:cNvPr>
                <p:cNvSpPr/>
                <p:nvPr/>
              </p:nvSpPr>
              <p:spPr>
                <a:xfrm rot="6300000">
                  <a:off x="6326016" y="196525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2" name="Rectangle 89">
                  <a:extLst>
                    <a:ext uri="{FF2B5EF4-FFF2-40B4-BE49-F238E27FC236}">
                      <a16:creationId xmlns:a16="http://schemas.microsoft.com/office/drawing/2014/main" id="{A828F9EE-063E-48E9-0913-E57FA39C0A96}"/>
                    </a:ext>
                  </a:extLst>
                </p:cNvPr>
                <p:cNvSpPr/>
                <p:nvPr/>
              </p:nvSpPr>
              <p:spPr>
                <a:xfrm rot="6300000">
                  <a:off x="1591164" y="469892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3" name="Rectangle 90">
                  <a:extLst>
                    <a:ext uri="{FF2B5EF4-FFF2-40B4-BE49-F238E27FC236}">
                      <a16:creationId xmlns:a16="http://schemas.microsoft.com/office/drawing/2014/main" id="{C0BB1608-D298-435F-FA8F-F43EEC0BC64A}"/>
                    </a:ext>
                  </a:extLst>
                </p:cNvPr>
                <p:cNvSpPr/>
                <p:nvPr/>
              </p:nvSpPr>
              <p:spPr>
                <a:xfrm rot="7200000">
                  <a:off x="6599111" y="262456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4" name="Rectangle 91">
                  <a:extLst>
                    <a:ext uri="{FF2B5EF4-FFF2-40B4-BE49-F238E27FC236}">
                      <a16:creationId xmlns:a16="http://schemas.microsoft.com/office/drawing/2014/main" id="{30A3850C-CD8F-2071-4CEE-E70D10AD114F}"/>
                    </a:ext>
                  </a:extLst>
                </p:cNvPr>
                <p:cNvSpPr/>
                <p:nvPr/>
              </p:nvSpPr>
              <p:spPr>
                <a:xfrm rot="7200000">
                  <a:off x="1318069" y="403961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5" name="Rectangle 92">
                  <a:extLst>
                    <a:ext uri="{FF2B5EF4-FFF2-40B4-BE49-F238E27FC236}">
                      <a16:creationId xmlns:a16="http://schemas.microsoft.com/office/drawing/2014/main" id="{F7FAE6A5-9B55-1F8C-C016-C661E7D3FAC4}"/>
                    </a:ext>
                  </a:extLst>
                </p:cNvPr>
                <p:cNvSpPr/>
                <p:nvPr/>
              </p:nvSpPr>
              <p:spPr>
                <a:xfrm rot="8100000">
                  <a:off x="6692259" y="3332094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6" name="Rectangle 93">
                  <a:extLst>
                    <a:ext uri="{FF2B5EF4-FFF2-40B4-BE49-F238E27FC236}">
                      <a16:creationId xmlns:a16="http://schemas.microsoft.com/office/drawing/2014/main" id="{80256EA8-9285-C69F-06BC-A1B58CA62E8B}"/>
                    </a:ext>
                  </a:extLst>
                </p:cNvPr>
                <p:cNvSpPr/>
                <p:nvPr/>
              </p:nvSpPr>
              <p:spPr>
                <a:xfrm rot="8100000">
                  <a:off x="1224922" y="3332094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7" name="Rectangle 94">
                  <a:extLst>
                    <a:ext uri="{FF2B5EF4-FFF2-40B4-BE49-F238E27FC236}">
                      <a16:creationId xmlns:a16="http://schemas.microsoft.com/office/drawing/2014/main" id="{22BF3BD9-A911-3B4D-DD43-C9ED975D9D48}"/>
                    </a:ext>
                  </a:extLst>
                </p:cNvPr>
                <p:cNvSpPr/>
                <p:nvPr/>
              </p:nvSpPr>
              <p:spPr>
                <a:xfrm rot="9000000">
                  <a:off x="6599111" y="403961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8" name="Rectangle 95">
                  <a:extLst>
                    <a:ext uri="{FF2B5EF4-FFF2-40B4-BE49-F238E27FC236}">
                      <a16:creationId xmlns:a16="http://schemas.microsoft.com/office/drawing/2014/main" id="{676F5D54-FDCD-CF88-F112-9CD3489102C8}"/>
                    </a:ext>
                  </a:extLst>
                </p:cNvPr>
                <p:cNvSpPr/>
                <p:nvPr/>
              </p:nvSpPr>
              <p:spPr>
                <a:xfrm rot="9000000">
                  <a:off x="1318069" y="262456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9" name="Rectangle 96">
                  <a:extLst>
                    <a:ext uri="{FF2B5EF4-FFF2-40B4-BE49-F238E27FC236}">
                      <a16:creationId xmlns:a16="http://schemas.microsoft.com/office/drawing/2014/main" id="{F1381D0F-39B7-A77F-E865-938CF42883CD}"/>
                    </a:ext>
                  </a:extLst>
                </p:cNvPr>
                <p:cNvSpPr/>
                <p:nvPr/>
              </p:nvSpPr>
              <p:spPr>
                <a:xfrm rot="9900000">
                  <a:off x="6326016" y="469892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0" name="Rectangle 97">
                  <a:extLst>
                    <a:ext uri="{FF2B5EF4-FFF2-40B4-BE49-F238E27FC236}">
                      <a16:creationId xmlns:a16="http://schemas.microsoft.com/office/drawing/2014/main" id="{32A55762-4AB1-D731-BA7E-A74D1809C09F}"/>
                    </a:ext>
                  </a:extLst>
                </p:cNvPr>
                <p:cNvSpPr/>
                <p:nvPr/>
              </p:nvSpPr>
              <p:spPr>
                <a:xfrm rot="9900000">
                  <a:off x="1591164" y="196525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1" name="Rectangle 98">
                  <a:extLst>
                    <a:ext uri="{FF2B5EF4-FFF2-40B4-BE49-F238E27FC236}">
                      <a16:creationId xmlns:a16="http://schemas.microsoft.com/office/drawing/2014/main" id="{7EA30161-5EF2-95A2-DDD2-0A4D35A1917D}"/>
                    </a:ext>
                  </a:extLst>
                </p:cNvPr>
                <p:cNvSpPr/>
                <p:nvPr/>
              </p:nvSpPr>
              <p:spPr>
                <a:xfrm rot="10800000">
                  <a:off x="5891586" y="526508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2" name="Rectangle 99">
                  <a:extLst>
                    <a:ext uri="{FF2B5EF4-FFF2-40B4-BE49-F238E27FC236}">
                      <a16:creationId xmlns:a16="http://schemas.microsoft.com/office/drawing/2014/main" id="{6D6616A4-3496-1F9B-855A-990A2AAC1924}"/>
                    </a:ext>
                  </a:extLst>
                </p:cNvPr>
                <p:cNvSpPr/>
                <p:nvPr/>
              </p:nvSpPr>
              <p:spPr>
                <a:xfrm rot="10800000">
                  <a:off x="2025594" y="139909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3" name="Rectangle 100">
                  <a:extLst>
                    <a:ext uri="{FF2B5EF4-FFF2-40B4-BE49-F238E27FC236}">
                      <a16:creationId xmlns:a16="http://schemas.microsoft.com/office/drawing/2014/main" id="{BB840EBE-378C-E0A2-C0F7-57F6484CCF54}"/>
                    </a:ext>
                  </a:extLst>
                </p:cNvPr>
                <p:cNvSpPr/>
                <p:nvPr/>
              </p:nvSpPr>
              <p:spPr>
                <a:xfrm rot="11700000">
                  <a:off x="5325424" y="5699520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4" name="Rectangle 101">
                  <a:extLst>
                    <a:ext uri="{FF2B5EF4-FFF2-40B4-BE49-F238E27FC236}">
                      <a16:creationId xmlns:a16="http://schemas.microsoft.com/office/drawing/2014/main" id="{0E424029-6FE9-E4E8-A76B-C4E7529BD314}"/>
                    </a:ext>
                  </a:extLst>
                </p:cNvPr>
                <p:cNvSpPr/>
                <p:nvPr/>
              </p:nvSpPr>
              <p:spPr>
                <a:xfrm rot="11700000">
                  <a:off x="2591756" y="964667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5" name="Rectangle 102">
                  <a:extLst>
                    <a:ext uri="{FF2B5EF4-FFF2-40B4-BE49-F238E27FC236}">
                      <a16:creationId xmlns:a16="http://schemas.microsoft.com/office/drawing/2014/main" id="{A5B2A579-28A7-29CA-8FF5-5CBCCB3BA905}"/>
                    </a:ext>
                  </a:extLst>
                </p:cNvPr>
                <p:cNvSpPr/>
                <p:nvPr/>
              </p:nvSpPr>
              <p:spPr>
                <a:xfrm rot="12600000">
                  <a:off x="4666115" y="597261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6" name="Rectangle 103">
                  <a:extLst>
                    <a:ext uri="{FF2B5EF4-FFF2-40B4-BE49-F238E27FC236}">
                      <a16:creationId xmlns:a16="http://schemas.microsoft.com/office/drawing/2014/main" id="{2E537330-903F-C50D-C873-B52A21B9D0AE}"/>
                    </a:ext>
                  </a:extLst>
                </p:cNvPr>
                <p:cNvSpPr/>
                <p:nvPr/>
              </p:nvSpPr>
              <p:spPr>
                <a:xfrm rot="12600000">
                  <a:off x="3251065" y="69157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4D9C8044-6FBF-C717-99EA-2B06AE1A0743}"/>
                  </a:ext>
                </a:extLst>
              </p:cNvPr>
              <p:cNvGrpSpPr/>
              <p:nvPr/>
            </p:nvGrpSpPr>
            <p:grpSpPr>
              <a:xfrm>
                <a:off x="3328637" y="659745"/>
                <a:ext cx="5518640" cy="5518638"/>
                <a:chOff x="3477279" y="808386"/>
                <a:chExt cx="5221355" cy="5221355"/>
              </a:xfrm>
              <a:grpFill/>
            </p:grpSpPr>
            <p:sp>
              <p:nvSpPr>
                <p:cNvPr id="9" name="Freeform: Shape 267">
                  <a:extLst>
                    <a:ext uri="{FF2B5EF4-FFF2-40B4-BE49-F238E27FC236}">
                      <a16:creationId xmlns:a16="http://schemas.microsoft.com/office/drawing/2014/main" id="{D5BDC2AF-7480-F340-3F70-E1DB32EC3C9C}"/>
                    </a:ext>
                  </a:extLst>
                </p:cNvPr>
                <p:cNvSpPr/>
                <p:nvPr/>
              </p:nvSpPr>
              <p:spPr>
                <a:xfrm>
                  <a:off x="6065098" y="808386"/>
                  <a:ext cx="45718" cy="353859"/>
                </a:xfrm>
                <a:custGeom>
                  <a:avLst/>
                  <a:gdLst>
                    <a:gd name="connsiteX0" fmla="*/ 0 w 45718"/>
                    <a:gd name="connsiteY0" fmla="*/ 0 h 353859"/>
                    <a:gd name="connsiteX1" fmla="*/ 45718 w 45718"/>
                    <a:gd name="connsiteY1" fmla="*/ 0 h 353859"/>
                    <a:gd name="connsiteX2" fmla="*/ 45718 w 45718"/>
                    <a:gd name="connsiteY2" fmla="*/ 353576 h 353859"/>
                    <a:gd name="connsiteX3" fmla="*/ 25658 w 45718"/>
                    <a:gd name="connsiteY3" fmla="*/ 352563 h 353859"/>
                    <a:gd name="connsiteX4" fmla="*/ 0 w 45718"/>
                    <a:gd name="connsiteY4" fmla="*/ 353859 h 353859"/>
                    <a:gd name="connsiteX5" fmla="*/ 0 w 45718"/>
                    <a:gd name="connsiteY5" fmla="*/ 0 h 353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8" h="353859">
                      <a:moveTo>
                        <a:pt x="0" y="0"/>
                      </a:moveTo>
                      <a:lnTo>
                        <a:pt x="45718" y="0"/>
                      </a:lnTo>
                      <a:lnTo>
                        <a:pt x="45718" y="353576"/>
                      </a:lnTo>
                      <a:lnTo>
                        <a:pt x="25658" y="352563"/>
                      </a:lnTo>
                      <a:lnTo>
                        <a:pt x="0" y="35385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" name="Freeform: Shape 268">
                  <a:extLst>
                    <a:ext uri="{FF2B5EF4-FFF2-40B4-BE49-F238E27FC236}">
                      <a16:creationId xmlns:a16="http://schemas.microsoft.com/office/drawing/2014/main" id="{0D0F805B-A44A-B8E9-4D3B-A054EEE26933}"/>
                    </a:ext>
                  </a:extLst>
                </p:cNvPr>
                <p:cNvSpPr/>
                <p:nvPr/>
              </p:nvSpPr>
              <p:spPr>
                <a:xfrm>
                  <a:off x="5390183" y="891424"/>
                  <a:ext cx="136202" cy="354886"/>
                </a:xfrm>
                <a:custGeom>
                  <a:avLst/>
                  <a:gdLst>
                    <a:gd name="connsiteX0" fmla="*/ 44161 w 136202"/>
                    <a:gd name="connsiteY0" fmla="*/ 0 h 354886"/>
                    <a:gd name="connsiteX1" fmla="*/ 136202 w 136202"/>
                    <a:gd name="connsiteY1" fmla="*/ 343500 h 354886"/>
                    <a:gd name="connsiteX2" fmla="*/ 91921 w 136202"/>
                    <a:gd name="connsiteY2" fmla="*/ 354886 h 354886"/>
                    <a:gd name="connsiteX3" fmla="*/ 0 w 136202"/>
                    <a:gd name="connsiteY3" fmla="*/ 11833 h 354886"/>
                    <a:gd name="connsiteX4" fmla="*/ 44161 w 136202"/>
                    <a:gd name="connsiteY4" fmla="*/ 0 h 354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6">
                      <a:moveTo>
                        <a:pt x="44161" y="0"/>
                      </a:moveTo>
                      <a:lnTo>
                        <a:pt x="136202" y="343500"/>
                      </a:lnTo>
                      <a:lnTo>
                        <a:pt x="91921" y="354886"/>
                      </a:lnTo>
                      <a:lnTo>
                        <a:pt x="0" y="11833"/>
                      </a:lnTo>
                      <a:lnTo>
                        <a:pt x="441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" name="Freeform: Shape 269">
                  <a:extLst>
                    <a:ext uri="{FF2B5EF4-FFF2-40B4-BE49-F238E27FC236}">
                      <a16:creationId xmlns:a16="http://schemas.microsoft.com/office/drawing/2014/main" id="{BCA1154B-7988-74A0-A09C-2A8A9C480D9D}"/>
                    </a:ext>
                  </a:extLst>
                </p:cNvPr>
                <p:cNvSpPr/>
                <p:nvPr/>
              </p:nvSpPr>
              <p:spPr>
                <a:xfrm>
                  <a:off x="6649891" y="891425"/>
                  <a:ext cx="135841" cy="353538"/>
                </a:xfrm>
                <a:custGeom>
                  <a:avLst/>
                  <a:gdLst>
                    <a:gd name="connsiteX0" fmla="*/ 91679 w 135841"/>
                    <a:gd name="connsiteY0" fmla="*/ 0 h 353538"/>
                    <a:gd name="connsiteX1" fmla="*/ 135841 w 135841"/>
                    <a:gd name="connsiteY1" fmla="*/ 11833 h 353538"/>
                    <a:gd name="connsiteX2" fmla="*/ 44281 w 135841"/>
                    <a:gd name="connsiteY2" fmla="*/ 353538 h 353538"/>
                    <a:gd name="connsiteX3" fmla="*/ 0 w 135841"/>
                    <a:gd name="connsiteY3" fmla="*/ 342153 h 353538"/>
                    <a:gd name="connsiteX4" fmla="*/ 91679 w 135841"/>
                    <a:gd name="connsiteY4" fmla="*/ 0 h 3535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1" h="353538">
                      <a:moveTo>
                        <a:pt x="91679" y="0"/>
                      </a:moveTo>
                      <a:lnTo>
                        <a:pt x="135841" y="11833"/>
                      </a:lnTo>
                      <a:lnTo>
                        <a:pt x="44281" y="353538"/>
                      </a:lnTo>
                      <a:lnTo>
                        <a:pt x="0" y="342153"/>
                      </a:lnTo>
                      <a:lnTo>
                        <a:pt x="9167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" name="Freeform: Shape 270">
                  <a:extLst>
                    <a:ext uri="{FF2B5EF4-FFF2-40B4-BE49-F238E27FC236}">
                      <a16:creationId xmlns:a16="http://schemas.microsoft.com/office/drawing/2014/main" id="{092922B5-C3FB-AB78-A810-E98A1F4E9801}"/>
                    </a:ext>
                  </a:extLst>
                </p:cNvPr>
                <p:cNvSpPr/>
                <p:nvPr/>
              </p:nvSpPr>
              <p:spPr>
                <a:xfrm>
                  <a:off x="4762821" y="1146720"/>
                  <a:ext cx="217217" cy="331395"/>
                </a:xfrm>
                <a:custGeom>
                  <a:avLst/>
                  <a:gdLst>
                    <a:gd name="connsiteX0" fmla="*/ 39595 w 217217"/>
                    <a:gd name="connsiteY0" fmla="*/ 0 h 331395"/>
                    <a:gd name="connsiteX1" fmla="*/ 217217 w 217217"/>
                    <a:gd name="connsiteY1" fmla="*/ 307651 h 331395"/>
                    <a:gd name="connsiteX2" fmla="*/ 178133 w 217217"/>
                    <a:gd name="connsiteY2" fmla="*/ 331395 h 331395"/>
                    <a:gd name="connsiteX3" fmla="*/ 0 w 217217"/>
                    <a:gd name="connsiteY3" fmla="*/ 22860 h 331395"/>
                    <a:gd name="connsiteX4" fmla="*/ 39595 w 217217"/>
                    <a:gd name="connsiteY4" fmla="*/ 0 h 331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5">
                      <a:moveTo>
                        <a:pt x="39595" y="0"/>
                      </a:moveTo>
                      <a:lnTo>
                        <a:pt x="217217" y="307651"/>
                      </a:lnTo>
                      <a:lnTo>
                        <a:pt x="178133" y="331395"/>
                      </a:lnTo>
                      <a:lnTo>
                        <a:pt x="0" y="22860"/>
                      </a:lnTo>
                      <a:lnTo>
                        <a:pt x="3959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" name="Freeform: Shape 271">
                  <a:extLst>
                    <a:ext uri="{FF2B5EF4-FFF2-40B4-BE49-F238E27FC236}">
                      <a16:creationId xmlns:a16="http://schemas.microsoft.com/office/drawing/2014/main" id="{C2207000-0246-7346-8D41-6C9DDCD4EA4D}"/>
                    </a:ext>
                  </a:extLst>
                </p:cNvPr>
                <p:cNvSpPr/>
                <p:nvPr/>
              </p:nvSpPr>
              <p:spPr>
                <a:xfrm>
                  <a:off x="7197332" y="1146719"/>
                  <a:ext cx="215761" cy="328876"/>
                </a:xfrm>
                <a:custGeom>
                  <a:avLst/>
                  <a:gdLst>
                    <a:gd name="connsiteX0" fmla="*/ 176169 w 215761"/>
                    <a:gd name="connsiteY0" fmla="*/ 0 h 328876"/>
                    <a:gd name="connsiteX1" fmla="*/ 215761 w 215761"/>
                    <a:gd name="connsiteY1" fmla="*/ 22859 h 328876"/>
                    <a:gd name="connsiteX2" fmla="*/ 39082 w 215761"/>
                    <a:gd name="connsiteY2" fmla="*/ 328876 h 328876"/>
                    <a:gd name="connsiteX3" fmla="*/ 0 w 215761"/>
                    <a:gd name="connsiteY3" fmla="*/ 305133 h 328876"/>
                    <a:gd name="connsiteX4" fmla="*/ 176169 w 215761"/>
                    <a:gd name="connsiteY4" fmla="*/ 0 h 3288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1" h="328876">
                      <a:moveTo>
                        <a:pt x="176169" y="0"/>
                      </a:moveTo>
                      <a:lnTo>
                        <a:pt x="215761" y="22859"/>
                      </a:lnTo>
                      <a:lnTo>
                        <a:pt x="39082" y="328876"/>
                      </a:lnTo>
                      <a:lnTo>
                        <a:pt x="0" y="305133"/>
                      </a:lnTo>
                      <a:lnTo>
                        <a:pt x="17616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" name="Freeform: Shape 272">
                  <a:extLst>
                    <a:ext uri="{FF2B5EF4-FFF2-40B4-BE49-F238E27FC236}">
                      <a16:creationId xmlns:a16="http://schemas.microsoft.com/office/drawing/2014/main" id="{0E8A3E52-8E60-32E1-EA9D-A1A9DBF78CC4}"/>
                    </a:ext>
                  </a:extLst>
                </p:cNvPr>
                <p:cNvSpPr/>
                <p:nvPr/>
              </p:nvSpPr>
              <p:spPr>
                <a:xfrm>
                  <a:off x="4225764" y="1556870"/>
                  <a:ext cx="283734" cy="283868"/>
                </a:xfrm>
                <a:custGeom>
                  <a:avLst/>
                  <a:gdLst>
                    <a:gd name="connsiteX0" fmla="*/ 32328 w 283734"/>
                    <a:gd name="connsiteY0" fmla="*/ 0 h 283868"/>
                    <a:gd name="connsiteX1" fmla="*/ 283734 w 283734"/>
                    <a:gd name="connsiteY1" fmla="*/ 251406 h 283868"/>
                    <a:gd name="connsiteX2" fmla="*/ 268266 w 283734"/>
                    <a:gd name="connsiteY2" fmla="*/ 265464 h 283868"/>
                    <a:gd name="connsiteX3" fmla="*/ 251540 w 283734"/>
                    <a:gd name="connsiteY3" fmla="*/ 283868 h 283868"/>
                    <a:gd name="connsiteX4" fmla="*/ 0 w 283734"/>
                    <a:gd name="connsiteY4" fmla="*/ 32328 h 283868"/>
                    <a:gd name="connsiteX5" fmla="*/ 32328 w 283734"/>
                    <a:gd name="connsiteY5" fmla="*/ 0 h 283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4" h="283868">
                      <a:moveTo>
                        <a:pt x="32328" y="0"/>
                      </a:moveTo>
                      <a:lnTo>
                        <a:pt x="283734" y="251406"/>
                      </a:lnTo>
                      <a:lnTo>
                        <a:pt x="268266" y="265464"/>
                      </a:lnTo>
                      <a:lnTo>
                        <a:pt x="251540" y="283868"/>
                      </a:lnTo>
                      <a:lnTo>
                        <a:pt x="0" y="32328"/>
                      </a:lnTo>
                      <a:lnTo>
                        <a:pt x="3232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" name="Freeform: Shape 273">
                  <a:extLst>
                    <a:ext uri="{FF2B5EF4-FFF2-40B4-BE49-F238E27FC236}">
                      <a16:creationId xmlns:a16="http://schemas.microsoft.com/office/drawing/2014/main" id="{F7A6FA80-3CCB-567D-98B6-FB70CE916B15}"/>
                    </a:ext>
                  </a:extLst>
                </p:cNvPr>
                <p:cNvSpPr/>
                <p:nvPr/>
              </p:nvSpPr>
              <p:spPr>
                <a:xfrm>
                  <a:off x="7669082" y="1556870"/>
                  <a:ext cx="281068" cy="280936"/>
                </a:xfrm>
                <a:custGeom>
                  <a:avLst/>
                  <a:gdLst>
                    <a:gd name="connsiteX0" fmla="*/ 248740 w 281068"/>
                    <a:gd name="connsiteY0" fmla="*/ 0 h 280936"/>
                    <a:gd name="connsiteX1" fmla="*/ 281068 w 281068"/>
                    <a:gd name="connsiteY1" fmla="*/ 32329 h 280936"/>
                    <a:gd name="connsiteX2" fmla="*/ 32462 w 281068"/>
                    <a:gd name="connsiteY2" fmla="*/ 280936 h 280936"/>
                    <a:gd name="connsiteX3" fmla="*/ 18400 w 281068"/>
                    <a:gd name="connsiteY3" fmla="*/ 265464 h 280936"/>
                    <a:gd name="connsiteX4" fmla="*/ 0 w 281068"/>
                    <a:gd name="connsiteY4" fmla="*/ 248741 h 280936"/>
                    <a:gd name="connsiteX5" fmla="*/ 248740 w 281068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68" h="280936">
                      <a:moveTo>
                        <a:pt x="248740" y="0"/>
                      </a:moveTo>
                      <a:lnTo>
                        <a:pt x="281068" y="32329"/>
                      </a:lnTo>
                      <a:lnTo>
                        <a:pt x="32462" y="280936"/>
                      </a:lnTo>
                      <a:lnTo>
                        <a:pt x="18400" y="265464"/>
                      </a:lnTo>
                      <a:lnTo>
                        <a:pt x="0" y="248741"/>
                      </a:lnTo>
                      <a:lnTo>
                        <a:pt x="24874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Freeform: Shape 274">
                  <a:extLst>
                    <a:ext uri="{FF2B5EF4-FFF2-40B4-BE49-F238E27FC236}">
                      <a16:creationId xmlns:a16="http://schemas.microsoft.com/office/drawing/2014/main" id="{15108C15-A43C-C54C-93DA-7A1B56512F54}"/>
                    </a:ext>
                  </a:extLst>
                </p:cNvPr>
                <p:cNvSpPr/>
                <p:nvPr/>
              </p:nvSpPr>
              <p:spPr>
                <a:xfrm>
                  <a:off x="3815614" y="2093927"/>
                  <a:ext cx="332209" cy="217687"/>
                </a:xfrm>
                <a:custGeom>
                  <a:avLst/>
                  <a:gdLst>
                    <a:gd name="connsiteX0" fmla="*/ 22860 w 332209"/>
                    <a:gd name="connsiteY0" fmla="*/ 0 h 217687"/>
                    <a:gd name="connsiteX1" fmla="*/ 332209 w 332209"/>
                    <a:gd name="connsiteY1" fmla="*/ 178603 h 217687"/>
                    <a:gd name="connsiteX2" fmla="*/ 308465 w 332209"/>
                    <a:gd name="connsiteY2" fmla="*/ 217687 h 217687"/>
                    <a:gd name="connsiteX3" fmla="*/ 0 w 332209"/>
                    <a:gd name="connsiteY3" fmla="*/ 39594 h 217687"/>
                    <a:gd name="connsiteX4" fmla="*/ 22860 w 332209"/>
                    <a:gd name="connsiteY4" fmla="*/ 0 h 2176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09" h="217687">
                      <a:moveTo>
                        <a:pt x="22860" y="0"/>
                      </a:moveTo>
                      <a:lnTo>
                        <a:pt x="332209" y="178603"/>
                      </a:lnTo>
                      <a:lnTo>
                        <a:pt x="308465" y="217687"/>
                      </a:lnTo>
                      <a:lnTo>
                        <a:pt x="0" y="39594"/>
                      </a:lnTo>
                      <a:lnTo>
                        <a:pt x="2286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Freeform: Shape 275">
                  <a:extLst>
                    <a:ext uri="{FF2B5EF4-FFF2-40B4-BE49-F238E27FC236}">
                      <a16:creationId xmlns:a16="http://schemas.microsoft.com/office/drawing/2014/main" id="{EDC333CA-1050-01FD-A1D8-C02EDEEA34B0}"/>
                    </a:ext>
                  </a:extLst>
                </p:cNvPr>
                <p:cNvSpPr/>
                <p:nvPr/>
              </p:nvSpPr>
              <p:spPr>
                <a:xfrm>
                  <a:off x="8032238" y="2093927"/>
                  <a:ext cx="328063" cy="215292"/>
                </a:xfrm>
                <a:custGeom>
                  <a:avLst/>
                  <a:gdLst>
                    <a:gd name="connsiteX0" fmla="*/ 305203 w 328063"/>
                    <a:gd name="connsiteY0" fmla="*/ 0 h 215292"/>
                    <a:gd name="connsiteX1" fmla="*/ 328063 w 328063"/>
                    <a:gd name="connsiteY1" fmla="*/ 39593 h 215292"/>
                    <a:gd name="connsiteX2" fmla="*/ 23743 w 328063"/>
                    <a:gd name="connsiteY2" fmla="*/ 215292 h 215292"/>
                    <a:gd name="connsiteX3" fmla="*/ 0 w 328063"/>
                    <a:gd name="connsiteY3" fmla="*/ 176209 h 215292"/>
                    <a:gd name="connsiteX4" fmla="*/ 305203 w 328063"/>
                    <a:gd name="connsiteY4" fmla="*/ 0 h 215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3" h="215292">
                      <a:moveTo>
                        <a:pt x="305203" y="0"/>
                      </a:moveTo>
                      <a:lnTo>
                        <a:pt x="328063" y="39593"/>
                      </a:lnTo>
                      <a:lnTo>
                        <a:pt x="23743" y="215292"/>
                      </a:lnTo>
                      <a:lnTo>
                        <a:pt x="0" y="176209"/>
                      </a:lnTo>
                      <a:lnTo>
                        <a:pt x="30520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Freeform: Shape 276">
                  <a:extLst>
                    <a:ext uri="{FF2B5EF4-FFF2-40B4-BE49-F238E27FC236}">
                      <a16:creationId xmlns:a16="http://schemas.microsoft.com/office/drawing/2014/main" id="{40750DCD-337A-0C39-4051-4E06456596C9}"/>
                    </a:ext>
                  </a:extLst>
                </p:cNvPr>
                <p:cNvSpPr/>
                <p:nvPr/>
              </p:nvSpPr>
              <p:spPr>
                <a:xfrm>
                  <a:off x="3560320" y="2721289"/>
                  <a:ext cx="356833" cy="136723"/>
                </a:xfrm>
                <a:custGeom>
                  <a:avLst/>
                  <a:gdLst>
                    <a:gd name="connsiteX0" fmla="*/ 11833 w 356833"/>
                    <a:gd name="connsiteY0" fmla="*/ 0 h 136723"/>
                    <a:gd name="connsiteX1" fmla="*/ 356833 w 356833"/>
                    <a:gd name="connsiteY1" fmla="*/ 92443 h 136723"/>
                    <a:gd name="connsiteX2" fmla="*/ 345447 w 356833"/>
                    <a:gd name="connsiteY2" fmla="*/ 136723 h 136723"/>
                    <a:gd name="connsiteX3" fmla="*/ 0 w 356833"/>
                    <a:gd name="connsiteY3" fmla="*/ 44161 h 136723"/>
                    <a:gd name="connsiteX4" fmla="*/ 11833 w 356833"/>
                    <a:gd name="connsiteY4" fmla="*/ 0 h 136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3" h="136723">
                      <a:moveTo>
                        <a:pt x="11833" y="0"/>
                      </a:moveTo>
                      <a:lnTo>
                        <a:pt x="356833" y="92443"/>
                      </a:lnTo>
                      <a:lnTo>
                        <a:pt x="345447" y="136723"/>
                      </a:lnTo>
                      <a:lnTo>
                        <a:pt x="0" y="44161"/>
                      </a:lnTo>
                      <a:lnTo>
                        <a:pt x="1183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Freeform: Shape 277">
                  <a:extLst>
                    <a:ext uri="{FF2B5EF4-FFF2-40B4-BE49-F238E27FC236}">
                      <a16:creationId xmlns:a16="http://schemas.microsoft.com/office/drawing/2014/main" id="{73502192-D15C-1574-E793-2CBBA280A8C9}"/>
                    </a:ext>
                  </a:extLst>
                </p:cNvPr>
                <p:cNvSpPr/>
                <p:nvPr/>
              </p:nvSpPr>
              <p:spPr>
                <a:xfrm>
                  <a:off x="8264000" y="2721289"/>
                  <a:ext cx="351595" cy="135321"/>
                </a:xfrm>
                <a:custGeom>
                  <a:avLst/>
                  <a:gdLst>
                    <a:gd name="connsiteX0" fmla="*/ 339761 w 351595"/>
                    <a:gd name="connsiteY0" fmla="*/ 0 h 135321"/>
                    <a:gd name="connsiteX1" fmla="*/ 351595 w 351595"/>
                    <a:gd name="connsiteY1" fmla="*/ 44162 h 135321"/>
                    <a:gd name="connsiteX2" fmla="*/ 11386 w 351595"/>
                    <a:gd name="connsiteY2" fmla="*/ 135321 h 135321"/>
                    <a:gd name="connsiteX3" fmla="*/ 0 w 351595"/>
                    <a:gd name="connsiteY3" fmla="*/ 91039 h 135321"/>
                    <a:gd name="connsiteX4" fmla="*/ 339761 w 351595"/>
                    <a:gd name="connsiteY4" fmla="*/ 0 h 135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1">
                      <a:moveTo>
                        <a:pt x="339761" y="0"/>
                      </a:moveTo>
                      <a:lnTo>
                        <a:pt x="351595" y="44162"/>
                      </a:lnTo>
                      <a:lnTo>
                        <a:pt x="11386" y="135321"/>
                      </a:lnTo>
                      <a:lnTo>
                        <a:pt x="0" y="91039"/>
                      </a:lnTo>
                      <a:lnTo>
                        <a:pt x="3397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Freeform: Shape 278">
                  <a:extLst>
                    <a:ext uri="{FF2B5EF4-FFF2-40B4-BE49-F238E27FC236}">
                      <a16:creationId xmlns:a16="http://schemas.microsoft.com/office/drawing/2014/main" id="{5E865B24-5BFA-FBF2-F56C-5802207FDB09}"/>
                    </a:ext>
                  </a:extLst>
                </p:cNvPr>
                <p:cNvSpPr/>
                <p:nvPr/>
              </p:nvSpPr>
              <p:spPr>
                <a:xfrm>
                  <a:off x="3477279" y="3396204"/>
                  <a:ext cx="356521" cy="45719"/>
                </a:xfrm>
                <a:custGeom>
                  <a:avLst/>
                  <a:gdLst>
                    <a:gd name="connsiteX0" fmla="*/ 356520 w 356521"/>
                    <a:gd name="connsiteY0" fmla="*/ 0 h 45719"/>
                    <a:gd name="connsiteX1" fmla="*/ 355366 w 356521"/>
                    <a:gd name="connsiteY1" fmla="*/ 22857 h 45719"/>
                    <a:gd name="connsiteX2" fmla="*/ 356521 w 356521"/>
                    <a:gd name="connsiteY2" fmla="*/ 45719 h 45719"/>
                    <a:gd name="connsiteX3" fmla="*/ 1 w 356521"/>
                    <a:gd name="connsiteY3" fmla="*/ 45719 h 45719"/>
                    <a:gd name="connsiteX4" fmla="*/ 0 w 356521"/>
                    <a:gd name="connsiteY4" fmla="*/ 0 h 45719"/>
                    <a:gd name="connsiteX5" fmla="*/ 356520 w 356521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6521" h="45719">
                      <a:moveTo>
                        <a:pt x="356520" y="0"/>
                      </a:moveTo>
                      <a:lnTo>
                        <a:pt x="355366" y="22857"/>
                      </a:lnTo>
                      <a:lnTo>
                        <a:pt x="356521" y="45719"/>
                      </a:lnTo>
                      <a:lnTo>
                        <a:pt x="1" y="45719"/>
                      </a:lnTo>
                      <a:lnTo>
                        <a:pt x="0" y="0"/>
                      </a:lnTo>
                      <a:lnTo>
                        <a:pt x="35652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Freeform: Shape 279">
                  <a:extLst>
                    <a:ext uri="{FF2B5EF4-FFF2-40B4-BE49-F238E27FC236}">
                      <a16:creationId xmlns:a16="http://schemas.microsoft.com/office/drawing/2014/main" id="{056EDCEB-8D89-5044-5545-87BF21C811D7}"/>
                    </a:ext>
                  </a:extLst>
                </p:cNvPr>
                <p:cNvSpPr/>
                <p:nvPr/>
              </p:nvSpPr>
              <p:spPr>
                <a:xfrm>
                  <a:off x="8347714" y="3396204"/>
                  <a:ext cx="350920" cy="45719"/>
                </a:xfrm>
                <a:custGeom>
                  <a:avLst/>
                  <a:gdLst>
                    <a:gd name="connsiteX0" fmla="*/ 0 w 350920"/>
                    <a:gd name="connsiteY0" fmla="*/ 0 h 45719"/>
                    <a:gd name="connsiteX1" fmla="*/ 350920 w 350920"/>
                    <a:gd name="connsiteY1" fmla="*/ 0 h 45719"/>
                    <a:gd name="connsiteX2" fmla="*/ 350920 w 350920"/>
                    <a:gd name="connsiteY2" fmla="*/ 45719 h 45719"/>
                    <a:gd name="connsiteX3" fmla="*/ 0 w 350920"/>
                    <a:gd name="connsiteY3" fmla="*/ 45719 h 45719"/>
                    <a:gd name="connsiteX4" fmla="*/ 1154 w 350920"/>
                    <a:gd name="connsiteY4" fmla="*/ 22857 h 45719"/>
                    <a:gd name="connsiteX5" fmla="*/ 0 w 350920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0920" h="45719">
                      <a:moveTo>
                        <a:pt x="0" y="0"/>
                      </a:moveTo>
                      <a:lnTo>
                        <a:pt x="350920" y="0"/>
                      </a:lnTo>
                      <a:lnTo>
                        <a:pt x="350920" y="45719"/>
                      </a:lnTo>
                      <a:lnTo>
                        <a:pt x="0" y="45719"/>
                      </a:lnTo>
                      <a:lnTo>
                        <a:pt x="1154" y="2285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Freeform: Shape 280">
                  <a:extLst>
                    <a:ext uri="{FF2B5EF4-FFF2-40B4-BE49-F238E27FC236}">
                      <a16:creationId xmlns:a16="http://schemas.microsoft.com/office/drawing/2014/main" id="{96DA66FF-6C21-CABC-0302-110FE4E6A81F}"/>
                    </a:ext>
                  </a:extLst>
                </p:cNvPr>
                <p:cNvSpPr/>
                <p:nvPr/>
              </p:nvSpPr>
              <p:spPr>
                <a:xfrm>
                  <a:off x="3560319" y="3980112"/>
                  <a:ext cx="356835" cy="136724"/>
                </a:xfrm>
                <a:custGeom>
                  <a:avLst/>
                  <a:gdLst>
                    <a:gd name="connsiteX0" fmla="*/ 345449 w 356835"/>
                    <a:gd name="connsiteY0" fmla="*/ 0 h 136724"/>
                    <a:gd name="connsiteX1" fmla="*/ 356835 w 356835"/>
                    <a:gd name="connsiteY1" fmla="*/ 44281 h 136724"/>
                    <a:gd name="connsiteX2" fmla="*/ 11833 w 356835"/>
                    <a:gd name="connsiteY2" fmla="*/ 136724 h 136724"/>
                    <a:gd name="connsiteX3" fmla="*/ 0 w 356835"/>
                    <a:gd name="connsiteY3" fmla="*/ 92563 h 136724"/>
                    <a:gd name="connsiteX4" fmla="*/ 345449 w 356835"/>
                    <a:gd name="connsiteY4" fmla="*/ 0 h 136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5" h="136724">
                      <a:moveTo>
                        <a:pt x="345449" y="0"/>
                      </a:moveTo>
                      <a:lnTo>
                        <a:pt x="356835" y="44281"/>
                      </a:lnTo>
                      <a:lnTo>
                        <a:pt x="11833" y="136724"/>
                      </a:lnTo>
                      <a:lnTo>
                        <a:pt x="0" y="92563"/>
                      </a:lnTo>
                      <a:lnTo>
                        <a:pt x="34544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Freeform: Shape 281">
                  <a:extLst>
                    <a:ext uri="{FF2B5EF4-FFF2-40B4-BE49-F238E27FC236}">
                      <a16:creationId xmlns:a16="http://schemas.microsoft.com/office/drawing/2014/main" id="{FCCF2B7C-68AA-C92E-0AA7-610D3AA22532}"/>
                    </a:ext>
                  </a:extLst>
                </p:cNvPr>
                <p:cNvSpPr/>
                <p:nvPr/>
              </p:nvSpPr>
              <p:spPr>
                <a:xfrm>
                  <a:off x="8264000" y="3981516"/>
                  <a:ext cx="351595" cy="135320"/>
                </a:xfrm>
                <a:custGeom>
                  <a:avLst/>
                  <a:gdLst>
                    <a:gd name="connsiteX0" fmla="*/ 11385 w 351595"/>
                    <a:gd name="connsiteY0" fmla="*/ 0 h 135320"/>
                    <a:gd name="connsiteX1" fmla="*/ 351595 w 351595"/>
                    <a:gd name="connsiteY1" fmla="*/ 91159 h 135320"/>
                    <a:gd name="connsiteX2" fmla="*/ 339762 w 351595"/>
                    <a:gd name="connsiteY2" fmla="*/ 135320 h 135320"/>
                    <a:gd name="connsiteX3" fmla="*/ 0 w 351595"/>
                    <a:gd name="connsiteY3" fmla="*/ 44281 h 135320"/>
                    <a:gd name="connsiteX4" fmla="*/ 11385 w 351595"/>
                    <a:gd name="connsiteY4" fmla="*/ 0 h 135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0">
                      <a:moveTo>
                        <a:pt x="11385" y="0"/>
                      </a:moveTo>
                      <a:lnTo>
                        <a:pt x="351595" y="91159"/>
                      </a:lnTo>
                      <a:lnTo>
                        <a:pt x="339762" y="135320"/>
                      </a:lnTo>
                      <a:lnTo>
                        <a:pt x="0" y="44281"/>
                      </a:lnTo>
                      <a:lnTo>
                        <a:pt x="1138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Freeform: Shape 282">
                  <a:extLst>
                    <a:ext uri="{FF2B5EF4-FFF2-40B4-BE49-F238E27FC236}">
                      <a16:creationId xmlns:a16="http://schemas.microsoft.com/office/drawing/2014/main" id="{E61FA020-EE95-311D-E92F-297FC61CE72E}"/>
                    </a:ext>
                  </a:extLst>
                </p:cNvPr>
                <p:cNvSpPr/>
                <p:nvPr/>
              </p:nvSpPr>
              <p:spPr>
                <a:xfrm>
                  <a:off x="3815614" y="4526511"/>
                  <a:ext cx="332211" cy="217688"/>
                </a:xfrm>
                <a:custGeom>
                  <a:avLst/>
                  <a:gdLst>
                    <a:gd name="connsiteX0" fmla="*/ 308467 w 332211"/>
                    <a:gd name="connsiteY0" fmla="*/ 0 h 217688"/>
                    <a:gd name="connsiteX1" fmla="*/ 332211 w 332211"/>
                    <a:gd name="connsiteY1" fmla="*/ 39084 h 217688"/>
                    <a:gd name="connsiteX2" fmla="*/ 22860 w 332211"/>
                    <a:gd name="connsiteY2" fmla="*/ 217688 h 217688"/>
                    <a:gd name="connsiteX3" fmla="*/ 0 w 332211"/>
                    <a:gd name="connsiteY3" fmla="*/ 178093 h 217688"/>
                    <a:gd name="connsiteX4" fmla="*/ 308467 w 332211"/>
                    <a:gd name="connsiteY4" fmla="*/ 0 h 217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11" h="217688">
                      <a:moveTo>
                        <a:pt x="308467" y="0"/>
                      </a:moveTo>
                      <a:lnTo>
                        <a:pt x="332211" y="39084"/>
                      </a:lnTo>
                      <a:lnTo>
                        <a:pt x="22860" y="217688"/>
                      </a:lnTo>
                      <a:lnTo>
                        <a:pt x="0" y="178093"/>
                      </a:lnTo>
                      <a:lnTo>
                        <a:pt x="30846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Freeform: Shape 283">
                  <a:extLst>
                    <a:ext uri="{FF2B5EF4-FFF2-40B4-BE49-F238E27FC236}">
                      <a16:creationId xmlns:a16="http://schemas.microsoft.com/office/drawing/2014/main" id="{709E8FA5-A3F6-744A-D413-01D63F114E96}"/>
                    </a:ext>
                  </a:extLst>
                </p:cNvPr>
                <p:cNvSpPr/>
                <p:nvPr/>
              </p:nvSpPr>
              <p:spPr>
                <a:xfrm>
                  <a:off x="8032234" y="4528904"/>
                  <a:ext cx="328066" cy="215294"/>
                </a:xfrm>
                <a:custGeom>
                  <a:avLst/>
                  <a:gdLst>
                    <a:gd name="connsiteX0" fmla="*/ 23744 w 328066"/>
                    <a:gd name="connsiteY0" fmla="*/ 0 h 215294"/>
                    <a:gd name="connsiteX1" fmla="*/ 328066 w 328066"/>
                    <a:gd name="connsiteY1" fmla="*/ 175700 h 215294"/>
                    <a:gd name="connsiteX2" fmla="*/ 305206 w 328066"/>
                    <a:gd name="connsiteY2" fmla="*/ 215294 h 215294"/>
                    <a:gd name="connsiteX3" fmla="*/ 0 w 328066"/>
                    <a:gd name="connsiteY3" fmla="*/ 39084 h 215294"/>
                    <a:gd name="connsiteX4" fmla="*/ 23744 w 328066"/>
                    <a:gd name="connsiteY4" fmla="*/ 0 h 215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6" h="215294">
                      <a:moveTo>
                        <a:pt x="23744" y="0"/>
                      </a:moveTo>
                      <a:lnTo>
                        <a:pt x="328066" y="175700"/>
                      </a:lnTo>
                      <a:lnTo>
                        <a:pt x="305206" y="215294"/>
                      </a:lnTo>
                      <a:lnTo>
                        <a:pt x="0" y="39084"/>
                      </a:lnTo>
                      <a:lnTo>
                        <a:pt x="2374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Freeform: Shape 284">
                  <a:extLst>
                    <a:ext uri="{FF2B5EF4-FFF2-40B4-BE49-F238E27FC236}">
                      <a16:creationId xmlns:a16="http://schemas.microsoft.com/office/drawing/2014/main" id="{6A5314DA-3C95-8CDF-E170-7323A20A05C3}"/>
                    </a:ext>
                  </a:extLst>
                </p:cNvPr>
                <p:cNvSpPr/>
                <p:nvPr/>
              </p:nvSpPr>
              <p:spPr>
                <a:xfrm>
                  <a:off x="4225765" y="4997386"/>
                  <a:ext cx="283736" cy="283869"/>
                </a:xfrm>
                <a:custGeom>
                  <a:avLst/>
                  <a:gdLst>
                    <a:gd name="connsiteX0" fmla="*/ 251541 w 283736"/>
                    <a:gd name="connsiteY0" fmla="*/ 0 h 283869"/>
                    <a:gd name="connsiteX1" fmla="*/ 268265 w 283736"/>
                    <a:gd name="connsiteY1" fmla="*/ 18401 h 283869"/>
                    <a:gd name="connsiteX2" fmla="*/ 283736 w 283736"/>
                    <a:gd name="connsiteY2" fmla="*/ 32462 h 283869"/>
                    <a:gd name="connsiteX3" fmla="*/ 32328 w 283736"/>
                    <a:gd name="connsiteY3" fmla="*/ 283869 h 283869"/>
                    <a:gd name="connsiteX4" fmla="*/ 0 w 283736"/>
                    <a:gd name="connsiteY4" fmla="*/ 251541 h 283869"/>
                    <a:gd name="connsiteX5" fmla="*/ 251541 w 283736"/>
                    <a:gd name="connsiteY5" fmla="*/ 0 h 283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6" h="283869">
                      <a:moveTo>
                        <a:pt x="251541" y="0"/>
                      </a:moveTo>
                      <a:lnTo>
                        <a:pt x="268265" y="18401"/>
                      </a:lnTo>
                      <a:lnTo>
                        <a:pt x="283736" y="32462"/>
                      </a:lnTo>
                      <a:lnTo>
                        <a:pt x="32328" y="283869"/>
                      </a:lnTo>
                      <a:lnTo>
                        <a:pt x="0" y="251541"/>
                      </a:lnTo>
                      <a:lnTo>
                        <a:pt x="25154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Freeform: Shape 285">
                  <a:extLst>
                    <a:ext uri="{FF2B5EF4-FFF2-40B4-BE49-F238E27FC236}">
                      <a16:creationId xmlns:a16="http://schemas.microsoft.com/office/drawing/2014/main" id="{2F8242F4-86AF-2FD7-C1F3-C1D7B2459F15}"/>
                    </a:ext>
                  </a:extLst>
                </p:cNvPr>
                <p:cNvSpPr/>
                <p:nvPr/>
              </p:nvSpPr>
              <p:spPr>
                <a:xfrm>
                  <a:off x="7669079" y="5000318"/>
                  <a:ext cx="281070" cy="280936"/>
                </a:xfrm>
                <a:custGeom>
                  <a:avLst/>
                  <a:gdLst>
                    <a:gd name="connsiteX0" fmla="*/ 32462 w 281070"/>
                    <a:gd name="connsiteY0" fmla="*/ 0 h 280936"/>
                    <a:gd name="connsiteX1" fmla="*/ 281070 w 281070"/>
                    <a:gd name="connsiteY1" fmla="*/ 248608 h 280936"/>
                    <a:gd name="connsiteX2" fmla="*/ 248742 w 281070"/>
                    <a:gd name="connsiteY2" fmla="*/ 280936 h 280936"/>
                    <a:gd name="connsiteX3" fmla="*/ 0 w 281070"/>
                    <a:gd name="connsiteY3" fmla="*/ 32194 h 280936"/>
                    <a:gd name="connsiteX4" fmla="*/ 18403 w 281070"/>
                    <a:gd name="connsiteY4" fmla="*/ 15468 h 280936"/>
                    <a:gd name="connsiteX5" fmla="*/ 32462 w 281070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70" h="280936">
                      <a:moveTo>
                        <a:pt x="32462" y="0"/>
                      </a:moveTo>
                      <a:lnTo>
                        <a:pt x="281070" y="248608"/>
                      </a:lnTo>
                      <a:lnTo>
                        <a:pt x="248742" y="280936"/>
                      </a:lnTo>
                      <a:lnTo>
                        <a:pt x="0" y="32194"/>
                      </a:lnTo>
                      <a:lnTo>
                        <a:pt x="18403" y="15468"/>
                      </a:lnTo>
                      <a:lnTo>
                        <a:pt x="3246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Freeform: Shape 286">
                  <a:extLst>
                    <a:ext uri="{FF2B5EF4-FFF2-40B4-BE49-F238E27FC236}">
                      <a16:creationId xmlns:a16="http://schemas.microsoft.com/office/drawing/2014/main" id="{5A555680-A8B2-700E-B75A-6260773513FA}"/>
                    </a:ext>
                  </a:extLst>
                </p:cNvPr>
                <p:cNvSpPr/>
                <p:nvPr/>
              </p:nvSpPr>
              <p:spPr>
                <a:xfrm>
                  <a:off x="4762823" y="5360009"/>
                  <a:ext cx="217217" cy="331397"/>
                </a:xfrm>
                <a:custGeom>
                  <a:avLst/>
                  <a:gdLst>
                    <a:gd name="connsiteX0" fmla="*/ 178134 w 217217"/>
                    <a:gd name="connsiteY0" fmla="*/ 0 h 331397"/>
                    <a:gd name="connsiteX1" fmla="*/ 217217 w 217217"/>
                    <a:gd name="connsiteY1" fmla="*/ 23744 h 331397"/>
                    <a:gd name="connsiteX2" fmla="*/ 39593 w 217217"/>
                    <a:gd name="connsiteY2" fmla="*/ 331397 h 331397"/>
                    <a:gd name="connsiteX3" fmla="*/ 0 w 217217"/>
                    <a:gd name="connsiteY3" fmla="*/ 308537 h 331397"/>
                    <a:gd name="connsiteX4" fmla="*/ 178134 w 217217"/>
                    <a:gd name="connsiteY4" fmla="*/ 0 h 331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7">
                      <a:moveTo>
                        <a:pt x="178134" y="0"/>
                      </a:moveTo>
                      <a:lnTo>
                        <a:pt x="217217" y="23744"/>
                      </a:lnTo>
                      <a:lnTo>
                        <a:pt x="39593" y="331397"/>
                      </a:lnTo>
                      <a:lnTo>
                        <a:pt x="0" y="308537"/>
                      </a:lnTo>
                      <a:lnTo>
                        <a:pt x="17813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" name="Freeform: Shape 287">
                  <a:extLst>
                    <a:ext uri="{FF2B5EF4-FFF2-40B4-BE49-F238E27FC236}">
                      <a16:creationId xmlns:a16="http://schemas.microsoft.com/office/drawing/2014/main" id="{6714E8DD-922D-4614-FC40-4295C60496AC}"/>
                    </a:ext>
                  </a:extLst>
                </p:cNvPr>
                <p:cNvSpPr/>
                <p:nvPr/>
              </p:nvSpPr>
              <p:spPr>
                <a:xfrm>
                  <a:off x="7197328" y="5362526"/>
                  <a:ext cx="215764" cy="328878"/>
                </a:xfrm>
                <a:custGeom>
                  <a:avLst/>
                  <a:gdLst>
                    <a:gd name="connsiteX0" fmla="*/ 39084 w 215764"/>
                    <a:gd name="connsiteY0" fmla="*/ 0 h 328878"/>
                    <a:gd name="connsiteX1" fmla="*/ 215764 w 215764"/>
                    <a:gd name="connsiteY1" fmla="*/ 306019 h 328878"/>
                    <a:gd name="connsiteX2" fmla="*/ 176170 w 215764"/>
                    <a:gd name="connsiteY2" fmla="*/ 328878 h 328878"/>
                    <a:gd name="connsiteX3" fmla="*/ 0 w 215764"/>
                    <a:gd name="connsiteY3" fmla="*/ 23744 h 328878"/>
                    <a:gd name="connsiteX4" fmla="*/ 39084 w 215764"/>
                    <a:gd name="connsiteY4" fmla="*/ 0 h 3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4" h="328878">
                      <a:moveTo>
                        <a:pt x="39084" y="0"/>
                      </a:moveTo>
                      <a:lnTo>
                        <a:pt x="215764" y="306019"/>
                      </a:lnTo>
                      <a:lnTo>
                        <a:pt x="176170" y="328878"/>
                      </a:lnTo>
                      <a:lnTo>
                        <a:pt x="0" y="23744"/>
                      </a:lnTo>
                      <a:lnTo>
                        <a:pt x="3908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" name="Freeform: Shape 288">
                  <a:extLst>
                    <a:ext uri="{FF2B5EF4-FFF2-40B4-BE49-F238E27FC236}">
                      <a16:creationId xmlns:a16="http://schemas.microsoft.com/office/drawing/2014/main" id="{A0E67F32-AE69-0774-415B-A2FB29E6D670}"/>
                    </a:ext>
                  </a:extLst>
                </p:cNvPr>
                <p:cNvSpPr/>
                <p:nvPr/>
              </p:nvSpPr>
              <p:spPr>
                <a:xfrm>
                  <a:off x="5390184" y="5591812"/>
                  <a:ext cx="136202" cy="354889"/>
                </a:xfrm>
                <a:custGeom>
                  <a:avLst/>
                  <a:gdLst>
                    <a:gd name="connsiteX0" fmla="*/ 91922 w 136202"/>
                    <a:gd name="connsiteY0" fmla="*/ 0 h 354889"/>
                    <a:gd name="connsiteX1" fmla="*/ 136202 w 136202"/>
                    <a:gd name="connsiteY1" fmla="*/ 11385 h 354889"/>
                    <a:gd name="connsiteX2" fmla="*/ 44161 w 136202"/>
                    <a:gd name="connsiteY2" fmla="*/ 354889 h 354889"/>
                    <a:gd name="connsiteX3" fmla="*/ 0 w 136202"/>
                    <a:gd name="connsiteY3" fmla="*/ 343056 h 354889"/>
                    <a:gd name="connsiteX4" fmla="*/ 91922 w 136202"/>
                    <a:gd name="connsiteY4" fmla="*/ 0 h 354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9">
                      <a:moveTo>
                        <a:pt x="91922" y="0"/>
                      </a:moveTo>
                      <a:lnTo>
                        <a:pt x="136202" y="11385"/>
                      </a:lnTo>
                      <a:lnTo>
                        <a:pt x="44161" y="354889"/>
                      </a:lnTo>
                      <a:lnTo>
                        <a:pt x="0" y="343056"/>
                      </a:lnTo>
                      <a:lnTo>
                        <a:pt x="9192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" name="Freeform: Shape 289">
                  <a:extLst>
                    <a:ext uri="{FF2B5EF4-FFF2-40B4-BE49-F238E27FC236}">
                      <a16:creationId xmlns:a16="http://schemas.microsoft.com/office/drawing/2014/main" id="{F8ACEDE7-71C9-9F9B-DD9D-EC13F1755707}"/>
                    </a:ext>
                  </a:extLst>
                </p:cNvPr>
                <p:cNvSpPr/>
                <p:nvPr/>
              </p:nvSpPr>
              <p:spPr>
                <a:xfrm>
                  <a:off x="6649888" y="5593157"/>
                  <a:ext cx="135842" cy="353542"/>
                </a:xfrm>
                <a:custGeom>
                  <a:avLst/>
                  <a:gdLst>
                    <a:gd name="connsiteX0" fmla="*/ 44281 w 135842"/>
                    <a:gd name="connsiteY0" fmla="*/ 0 h 353542"/>
                    <a:gd name="connsiteX1" fmla="*/ 135842 w 135842"/>
                    <a:gd name="connsiteY1" fmla="*/ 341709 h 353542"/>
                    <a:gd name="connsiteX2" fmla="*/ 91681 w 135842"/>
                    <a:gd name="connsiteY2" fmla="*/ 353542 h 353542"/>
                    <a:gd name="connsiteX3" fmla="*/ 0 w 135842"/>
                    <a:gd name="connsiteY3" fmla="*/ 11386 h 353542"/>
                    <a:gd name="connsiteX4" fmla="*/ 44281 w 135842"/>
                    <a:gd name="connsiteY4" fmla="*/ 0 h 353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2" h="353542">
                      <a:moveTo>
                        <a:pt x="44281" y="0"/>
                      </a:moveTo>
                      <a:lnTo>
                        <a:pt x="135842" y="341709"/>
                      </a:lnTo>
                      <a:lnTo>
                        <a:pt x="91681" y="353542"/>
                      </a:lnTo>
                      <a:lnTo>
                        <a:pt x="0" y="11386"/>
                      </a:lnTo>
                      <a:lnTo>
                        <a:pt x="4428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" name="Freeform: Shape 290">
                  <a:extLst>
                    <a:ext uri="{FF2B5EF4-FFF2-40B4-BE49-F238E27FC236}">
                      <a16:creationId xmlns:a16="http://schemas.microsoft.com/office/drawing/2014/main" id="{61D3A1AF-3B15-AE27-0543-CDCAE203D6A8}"/>
                    </a:ext>
                  </a:extLst>
                </p:cNvPr>
                <p:cNvSpPr/>
                <p:nvPr/>
              </p:nvSpPr>
              <p:spPr>
                <a:xfrm>
                  <a:off x="6065099" y="5675878"/>
                  <a:ext cx="45719" cy="353863"/>
                </a:xfrm>
                <a:custGeom>
                  <a:avLst/>
                  <a:gdLst>
                    <a:gd name="connsiteX0" fmla="*/ 0 w 45719"/>
                    <a:gd name="connsiteY0" fmla="*/ 0 h 353863"/>
                    <a:gd name="connsiteX1" fmla="*/ 25658 w 45719"/>
                    <a:gd name="connsiteY1" fmla="*/ 1295 h 353863"/>
                    <a:gd name="connsiteX2" fmla="*/ 45719 w 45719"/>
                    <a:gd name="connsiteY2" fmla="*/ 282 h 353863"/>
                    <a:gd name="connsiteX3" fmla="*/ 45719 w 45719"/>
                    <a:gd name="connsiteY3" fmla="*/ 353863 h 353863"/>
                    <a:gd name="connsiteX4" fmla="*/ 0 w 45719"/>
                    <a:gd name="connsiteY4" fmla="*/ 353863 h 353863"/>
                    <a:gd name="connsiteX5" fmla="*/ 0 w 45719"/>
                    <a:gd name="connsiteY5" fmla="*/ 0 h 353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9" h="353863">
                      <a:moveTo>
                        <a:pt x="0" y="0"/>
                      </a:moveTo>
                      <a:lnTo>
                        <a:pt x="25658" y="1295"/>
                      </a:lnTo>
                      <a:lnTo>
                        <a:pt x="45719" y="282"/>
                      </a:lnTo>
                      <a:lnTo>
                        <a:pt x="45719" y="353863"/>
                      </a:lnTo>
                      <a:lnTo>
                        <a:pt x="0" y="3538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5" name="Circle: Hollow 263">
              <a:extLst>
                <a:ext uri="{FF2B5EF4-FFF2-40B4-BE49-F238E27FC236}">
                  <a16:creationId xmlns:a16="http://schemas.microsoft.com/office/drawing/2014/main" id="{4E50334F-1512-310A-8A28-F49EF88FB4C9}"/>
                </a:ext>
              </a:extLst>
            </p:cNvPr>
            <p:cNvSpPr/>
            <p:nvPr/>
          </p:nvSpPr>
          <p:spPr>
            <a:xfrm>
              <a:off x="2536424" y="967127"/>
              <a:ext cx="4877362" cy="4877362"/>
            </a:xfrm>
            <a:prstGeom prst="donut">
              <a:avLst>
                <a:gd name="adj" fmla="val 120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Circle: Hollow 264">
              <a:extLst>
                <a:ext uri="{FF2B5EF4-FFF2-40B4-BE49-F238E27FC236}">
                  <a16:creationId xmlns:a16="http://schemas.microsoft.com/office/drawing/2014/main" id="{061B36DB-D9A0-EE0B-A4A3-2F60FE140BDE}"/>
                </a:ext>
              </a:extLst>
            </p:cNvPr>
            <p:cNvSpPr/>
            <p:nvPr/>
          </p:nvSpPr>
          <p:spPr>
            <a:xfrm>
              <a:off x="2215784" y="646487"/>
              <a:ext cx="5518642" cy="5518642"/>
            </a:xfrm>
            <a:prstGeom prst="donut">
              <a:avLst>
                <a:gd name="adj" fmla="val 6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10CF3D04-9BE5-BAF6-A000-2623165FD82A}"/>
              </a:ext>
            </a:extLst>
          </p:cNvPr>
          <p:cNvSpPr txBox="1"/>
          <p:nvPr/>
        </p:nvSpPr>
        <p:spPr>
          <a:xfrm>
            <a:off x="11608668" y="471829"/>
            <a:ext cx="5797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14</a:t>
            </a:r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r>
              <a:rPr lang="en-US" sz="800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of</a:t>
            </a:r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15</a:t>
            </a:r>
            <a:endParaRPr lang="en-ID" sz="800" b="1" i="1" dirty="0">
              <a:solidFill>
                <a:schemeClr val="bg1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421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4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38C83F-4109-7ED6-1ADA-3309639969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2CEBC86-C1E7-89E4-05CF-1BC6DC9678F5}"/>
              </a:ext>
            </a:extLst>
          </p:cNvPr>
          <p:cNvGrpSpPr/>
          <p:nvPr/>
        </p:nvGrpSpPr>
        <p:grpSpPr>
          <a:xfrm>
            <a:off x="10830560" y="575218"/>
            <a:ext cx="724407" cy="730342"/>
            <a:chOff x="2154470" y="585173"/>
            <a:chExt cx="5641271" cy="5641271"/>
          </a:xfrm>
          <a:solidFill>
            <a:schemeClr val="bg1">
              <a:lumMod val="75000"/>
              <a:alpha val="60000"/>
            </a:schemeClr>
          </a:solidFill>
          <a:effectLst/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EB16E09-9142-59F3-6F64-C10C182D5D32}"/>
                </a:ext>
              </a:extLst>
            </p:cNvPr>
            <p:cNvGrpSpPr/>
            <p:nvPr/>
          </p:nvGrpSpPr>
          <p:grpSpPr>
            <a:xfrm>
              <a:off x="2154470" y="585173"/>
              <a:ext cx="5641271" cy="5641271"/>
              <a:chOff x="3267320" y="598425"/>
              <a:chExt cx="5641271" cy="5641271"/>
            </a:xfrm>
            <a:grpFill/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E63986BB-B8C5-71B4-B534-C30D3D3F7B70}"/>
                  </a:ext>
                </a:extLst>
              </p:cNvPr>
              <p:cNvGrpSpPr/>
              <p:nvPr/>
            </p:nvGrpSpPr>
            <p:grpSpPr>
              <a:xfrm>
                <a:off x="3267320" y="598425"/>
                <a:ext cx="5641271" cy="5641271"/>
                <a:chOff x="1224922" y="598425"/>
                <a:chExt cx="5641271" cy="5641271"/>
              </a:xfrm>
              <a:grpFill/>
            </p:grpSpPr>
            <p:sp>
              <p:nvSpPr>
                <p:cNvPr id="33" name="Rectangle 80">
                  <a:extLst>
                    <a:ext uri="{FF2B5EF4-FFF2-40B4-BE49-F238E27FC236}">
                      <a16:creationId xmlns:a16="http://schemas.microsoft.com/office/drawing/2014/main" id="{1D93A1C0-3572-3DD0-72E6-B84FDCCB280E}"/>
                    </a:ext>
                  </a:extLst>
                </p:cNvPr>
                <p:cNvSpPr/>
                <p:nvPr/>
              </p:nvSpPr>
              <p:spPr>
                <a:xfrm rot="2700000">
                  <a:off x="3958590" y="59842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4" name="Rectangle 81">
                  <a:extLst>
                    <a:ext uri="{FF2B5EF4-FFF2-40B4-BE49-F238E27FC236}">
                      <a16:creationId xmlns:a16="http://schemas.microsoft.com/office/drawing/2014/main" id="{18D129C2-90F7-337A-72F6-A52C9DDFA749}"/>
                    </a:ext>
                  </a:extLst>
                </p:cNvPr>
                <p:cNvSpPr/>
                <p:nvPr/>
              </p:nvSpPr>
              <p:spPr>
                <a:xfrm rot="2700000">
                  <a:off x="3958590" y="606576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5" name="Rectangle 82">
                  <a:extLst>
                    <a:ext uri="{FF2B5EF4-FFF2-40B4-BE49-F238E27FC236}">
                      <a16:creationId xmlns:a16="http://schemas.microsoft.com/office/drawing/2014/main" id="{29F68FE3-B667-F447-C8C4-EC603135C6CA}"/>
                    </a:ext>
                  </a:extLst>
                </p:cNvPr>
                <p:cNvSpPr/>
                <p:nvPr/>
              </p:nvSpPr>
              <p:spPr>
                <a:xfrm rot="3600000">
                  <a:off x="4666115" y="69157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6" name="Rectangle 83">
                  <a:extLst>
                    <a:ext uri="{FF2B5EF4-FFF2-40B4-BE49-F238E27FC236}">
                      <a16:creationId xmlns:a16="http://schemas.microsoft.com/office/drawing/2014/main" id="{97BB965D-F0E8-47BF-4D4E-55CAE80DCEEB}"/>
                    </a:ext>
                  </a:extLst>
                </p:cNvPr>
                <p:cNvSpPr/>
                <p:nvPr/>
              </p:nvSpPr>
              <p:spPr>
                <a:xfrm rot="3600000">
                  <a:off x="3251065" y="597261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7" name="Rectangle 84">
                  <a:extLst>
                    <a:ext uri="{FF2B5EF4-FFF2-40B4-BE49-F238E27FC236}">
                      <a16:creationId xmlns:a16="http://schemas.microsoft.com/office/drawing/2014/main" id="{29C418BF-8375-3017-C75C-51B4E8762FB3}"/>
                    </a:ext>
                  </a:extLst>
                </p:cNvPr>
                <p:cNvSpPr/>
                <p:nvPr/>
              </p:nvSpPr>
              <p:spPr>
                <a:xfrm rot="4500000">
                  <a:off x="5325424" y="964667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8" name="Rectangle 85">
                  <a:extLst>
                    <a:ext uri="{FF2B5EF4-FFF2-40B4-BE49-F238E27FC236}">
                      <a16:creationId xmlns:a16="http://schemas.microsoft.com/office/drawing/2014/main" id="{4DE45E61-C1E4-5FA5-DACB-6C21C442376F}"/>
                    </a:ext>
                  </a:extLst>
                </p:cNvPr>
                <p:cNvSpPr/>
                <p:nvPr/>
              </p:nvSpPr>
              <p:spPr>
                <a:xfrm rot="4500000">
                  <a:off x="2591756" y="5699520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39" name="Rectangle 86">
                  <a:extLst>
                    <a:ext uri="{FF2B5EF4-FFF2-40B4-BE49-F238E27FC236}">
                      <a16:creationId xmlns:a16="http://schemas.microsoft.com/office/drawing/2014/main" id="{78718638-C4B6-EC2F-DD81-6F845BAE6541}"/>
                    </a:ext>
                  </a:extLst>
                </p:cNvPr>
                <p:cNvSpPr/>
                <p:nvPr/>
              </p:nvSpPr>
              <p:spPr>
                <a:xfrm rot="5400000">
                  <a:off x="5891586" y="139909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0" name="Rectangle 87">
                  <a:extLst>
                    <a:ext uri="{FF2B5EF4-FFF2-40B4-BE49-F238E27FC236}">
                      <a16:creationId xmlns:a16="http://schemas.microsoft.com/office/drawing/2014/main" id="{AE6019AF-2DFD-2B88-02BD-EB4234FC371C}"/>
                    </a:ext>
                  </a:extLst>
                </p:cNvPr>
                <p:cNvSpPr/>
                <p:nvPr/>
              </p:nvSpPr>
              <p:spPr>
                <a:xfrm rot="5400000">
                  <a:off x="2025594" y="526508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1" name="Rectangle 88">
                  <a:extLst>
                    <a:ext uri="{FF2B5EF4-FFF2-40B4-BE49-F238E27FC236}">
                      <a16:creationId xmlns:a16="http://schemas.microsoft.com/office/drawing/2014/main" id="{486494E3-227B-33B9-330A-53FAF7174BAA}"/>
                    </a:ext>
                  </a:extLst>
                </p:cNvPr>
                <p:cNvSpPr/>
                <p:nvPr/>
              </p:nvSpPr>
              <p:spPr>
                <a:xfrm rot="6300000">
                  <a:off x="6326016" y="196525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2" name="Rectangle 89">
                  <a:extLst>
                    <a:ext uri="{FF2B5EF4-FFF2-40B4-BE49-F238E27FC236}">
                      <a16:creationId xmlns:a16="http://schemas.microsoft.com/office/drawing/2014/main" id="{C5C86A8C-67F6-B73B-6CF4-98B88D07DAB4}"/>
                    </a:ext>
                  </a:extLst>
                </p:cNvPr>
                <p:cNvSpPr/>
                <p:nvPr/>
              </p:nvSpPr>
              <p:spPr>
                <a:xfrm rot="6300000">
                  <a:off x="1591164" y="469892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3" name="Rectangle 90">
                  <a:extLst>
                    <a:ext uri="{FF2B5EF4-FFF2-40B4-BE49-F238E27FC236}">
                      <a16:creationId xmlns:a16="http://schemas.microsoft.com/office/drawing/2014/main" id="{0842608B-6D30-DEF5-92A4-37073CF90ADA}"/>
                    </a:ext>
                  </a:extLst>
                </p:cNvPr>
                <p:cNvSpPr/>
                <p:nvPr/>
              </p:nvSpPr>
              <p:spPr>
                <a:xfrm rot="7200000">
                  <a:off x="6599111" y="262456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4" name="Rectangle 91">
                  <a:extLst>
                    <a:ext uri="{FF2B5EF4-FFF2-40B4-BE49-F238E27FC236}">
                      <a16:creationId xmlns:a16="http://schemas.microsoft.com/office/drawing/2014/main" id="{1A188475-82E2-3B76-F38D-B211B40C9F2B}"/>
                    </a:ext>
                  </a:extLst>
                </p:cNvPr>
                <p:cNvSpPr/>
                <p:nvPr/>
              </p:nvSpPr>
              <p:spPr>
                <a:xfrm rot="7200000">
                  <a:off x="1318069" y="403961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5" name="Rectangle 92">
                  <a:extLst>
                    <a:ext uri="{FF2B5EF4-FFF2-40B4-BE49-F238E27FC236}">
                      <a16:creationId xmlns:a16="http://schemas.microsoft.com/office/drawing/2014/main" id="{D11FFD25-EFA4-4CDC-E255-D434AF490948}"/>
                    </a:ext>
                  </a:extLst>
                </p:cNvPr>
                <p:cNvSpPr/>
                <p:nvPr/>
              </p:nvSpPr>
              <p:spPr>
                <a:xfrm rot="8100000">
                  <a:off x="6692259" y="3332094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6" name="Rectangle 93">
                  <a:extLst>
                    <a:ext uri="{FF2B5EF4-FFF2-40B4-BE49-F238E27FC236}">
                      <a16:creationId xmlns:a16="http://schemas.microsoft.com/office/drawing/2014/main" id="{A0E458D2-F16F-13DC-638F-952573B48268}"/>
                    </a:ext>
                  </a:extLst>
                </p:cNvPr>
                <p:cNvSpPr/>
                <p:nvPr/>
              </p:nvSpPr>
              <p:spPr>
                <a:xfrm rot="8100000">
                  <a:off x="1224922" y="3332094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7" name="Rectangle 94">
                  <a:extLst>
                    <a:ext uri="{FF2B5EF4-FFF2-40B4-BE49-F238E27FC236}">
                      <a16:creationId xmlns:a16="http://schemas.microsoft.com/office/drawing/2014/main" id="{9AE0EAEC-7094-6EF8-F08E-CBA1CFD9303E}"/>
                    </a:ext>
                  </a:extLst>
                </p:cNvPr>
                <p:cNvSpPr/>
                <p:nvPr/>
              </p:nvSpPr>
              <p:spPr>
                <a:xfrm rot="9000000">
                  <a:off x="6599111" y="403961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8" name="Rectangle 95">
                  <a:extLst>
                    <a:ext uri="{FF2B5EF4-FFF2-40B4-BE49-F238E27FC236}">
                      <a16:creationId xmlns:a16="http://schemas.microsoft.com/office/drawing/2014/main" id="{B6260C1C-E2B5-C01A-427F-816DF087EFC1}"/>
                    </a:ext>
                  </a:extLst>
                </p:cNvPr>
                <p:cNvSpPr/>
                <p:nvPr/>
              </p:nvSpPr>
              <p:spPr>
                <a:xfrm rot="9000000">
                  <a:off x="1318069" y="262456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49" name="Rectangle 96">
                  <a:extLst>
                    <a:ext uri="{FF2B5EF4-FFF2-40B4-BE49-F238E27FC236}">
                      <a16:creationId xmlns:a16="http://schemas.microsoft.com/office/drawing/2014/main" id="{A4262C75-88BE-00A6-B99D-849990265E36}"/>
                    </a:ext>
                  </a:extLst>
                </p:cNvPr>
                <p:cNvSpPr/>
                <p:nvPr/>
              </p:nvSpPr>
              <p:spPr>
                <a:xfrm rot="9900000">
                  <a:off x="6326016" y="469892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0" name="Rectangle 97">
                  <a:extLst>
                    <a:ext uri="{FF2B5EF4-FFF2-40B4-BE49-F238E27FC236}">
                      <a16:creationId xmlns:a16="http://schemas.microsoft.com/office/drawing/2014/main" id="{D85B72EA-4C4A-F6F1-62F6-2D6F8203A5BA}"/>
                    </a:ext>
                  </a:extLst>
                </p:cNvPr>
                <p:cNvSpPr/>
                <p:nvPr/>
              </p:nvSpPr>
              <p:spPr>
                <a:xfrm rot="9900000">
                  <a:off x="1591164" y="196525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1" name="Rectangle 98">
                  <a:extLst>
                    <a:ext uri="{FF2B5EF4-FFF2-40B4-BE49-F238E27FC236}">
                      <a16:creationId xmlns:a16="http://schemas.microsoft.com/office/drawing/2014/main" id="{35930DD0-916B-BFE4-5370-F71E078109C2}"/>
                    </a:ext>
                  </a:extLst>
                </p:cNvPr>
                <p:cNvSpPr/>
                <p:nvPr/>
              </p:nvSpPr>
              <p:spPr>
                <a:xfrm rot="10800000">
                  <a:off x="5891586" y="5265089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2" name="Rectangle 99">
                  <a:extLst>
                    <a:ext uri="{FF2B5EF4-FFF2-40B4-BE49-F238E27FC236}">
                      <a16:creationId xmlns:a16="http://schemas.microsoft.com/office/drawing/2014/main" id="{64A8791C-AD8B-0437-612B-A5A8990B7768}"/>
                    </a:ext>
                  </a:extLst>
                </p:cNvPr>
                <p:cNvSpPr/>
                <p:nvPr/>
              </p:nvSpPr>
              <p:spPr>
                <a:xfrm rot="10800000">
                  <a:off x="2025594" y="1399098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3" name="Rectangle 100">
                  <a:extLst>
                    <a:ext uri="{FF2B5EF4-FFF2-40B4-BE49-F238E27FC236}">
                      <a16:creationId xmlns:a16="http://schemas.microsoft.com/office/drawing/2014/main" id="{31F4AEBE-120D-CB96-0AEF-D47F9FD9DB06}"/>
                    </a:ext>
                  </a:extLst>
                </p:cNvPr>
                <p:cNvSpPr/>
                <p:nvPr/>
              </p:nvSpPr>
              <p:spPr>
                <a:xfrm rot="11700000">
                  <a:off x="5325424" y="5699520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4" name="Rectangle 101">
                  <a:extLst>
                    <a:ext uri="{FF2B5EF4-FFF2-40B4-BE49-F238E27FC236}">
                      <a16:creationId xmlns:a16="http://schemas.microsoft.com/office/drawing/2014/main" id="{60E9FF6D-2847-FBB2-2586-F954A56F19E7}"/>
                    </a:ext>
                  </a:extLst>
                </p:cNvPr>
                <p:cNvSpPr/>
                <p:nvPr/>
              </p:nvSpPr>
              <p:spPr>
                <a:xfrm rot="11700000">
                  <a:off x="2591756" y="964667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5" name="Rectangle 102">
                  <a:extLst>
                    <a:ext uri="{FF2B5EF4-FFF2-40B4-BE49-F238E27FC236}">
                      <a16:creationId xmlns:a16="http://schemas.microsoft.com/office/drawing/2014/main" id="{BA27ED6F-F4BF-6516-F7AF-3348200EB8DC}"/>
                    </a:ext>
                  </a:extLst>
                </p:cNvPr>
                <p:cNvSpPr/>
                <p:nvPr/>
              </p:nvSpPr>
              <p:spPr>
                <a:xfrm rot="12600000">
                  <a:off x="4666115" y="5972615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56" name="Rectangle 103">
                  <a:extLst>
                    <a:ext uri="{FF2B5EF4-FFF2-40B4-BE49-F238E27FC236}">
                      <a16:creationId xmlns:a16="http://schemas.microsoft.com/office/drawing/2014/main" id="{ED60D0F4-E52E-991E-643A-A4400932D56A}"/>
                    </a:ext>
                  </a:extLst>
                </p:cNvPr>
                <p:cNvSpPr/>
                <p:nvPr/>
              </p:nvSpPr>
              <p:spPr>
                <a:xfrm rot="12600000">
                  <a:off x="3251065" y="691572"/>
                  <a:ext cx="173934" cy="17393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DBFA09D2-8A19-07AA-7DE5-74D8C32647E7}"/>
                  </a:ext>
                </a:extLst>
              </p:cNvPr>
              <p:cNvGrpSpPr/>
              <p:nvPr/>
            </p:nvGrpSpPr>
            <p:grpSpPr>
              <a:xfrm>
                <a:off x="3328637" y="659745"/>
                <a:ext cx="5518640" cy="5518638"/>
                <a:chOff x="3477279" y="808386"/>
                <a:chExt cx="5221355" cy="5221355"/>
              </a:xfrm>
              <a:grpFill/>
            </p:grpSpPr>
            <p:sp>
              <p:nvSpPr>
                <p:cNvPr id="9" name="Freeform: Shape 267">
                  <a:extLst>
                    <a:ext uri="{FF2B5EF4-FFF2-40B4-BE49-F238E27FC236}">
                      <a16:creationId xmlns:a16="http://schemas.microsoft.com/office/drawing/2014/main" id="{5E6FDFD3-D4A9-D7D2-24F3-25828412085F}"/>
                    </a:ext>
                  </a:extLst>
                </p:cNvPr>
                <p:cNvSpPr/>
                <p:nvPr/>
              </p:nvSpPr>
              <p:spPr>
                <a:xfrm>
                  <a:off x="6065098" y="808386"/>
                  <a:ext cx="45718" cy="353859"/>
                </a:xfrm>
                <a:custGeom>
                  <a:avLst/>
                  <a:gdLst>
                    <a:gd name="connsiteX0" fmla="*/ 0 w 45718"/>
                    <a:gd name="connsiteY0" fmla="*/ 0 h 353859"/>
                    <a:gd name="connsiteX1" fmla="*/ 45718 w 45718"/>
                    <a:gd name="connsiteY1" fmla="*/ 0 h 353859"/>
                    <a:gd name="connsiteX2" fmla="*/ 45718 w 45718"/>
                    <a:gd name="connsiteY2" fmla="*/ 353576 h 353859"/>
                    <a:gd name="connsiteX3" fmla="*/ 25658 w 45718"/>
                    <a:gd name="connsiteY3" fmla="*/ 352563 h 353859"/>
                    <a:gd name="connsiteX4" fmla="*/ 0 w 45718"/>
                    <a:gd name="connsiteY4" fmla="*/ 353859 h 353859"/>
                    <a:gd name="connsiteX5" fmla="*/ 0 w 45718"/>
                    <a:gd name="connsiteY5" fmla="*/ 0 h 353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8" h="353859">
                      <a:moveTo>
                        <a:pt x="0" y="0"/>
                      </a:moveTo>
                      <a:lnTo>
                        <a:pt x="45718" y="0"/>
                      </a:lnTo>
                      <a:lnTo>
                        <a:pt x="45718" y="353576"/>
                      </a:lnTo>
                      <a:lnTo>
                        <a:pt x="25658" y="352563"/>
                      </a:lnTo>
                      <a:lnTo>
                        <a:pt x="0" y="35385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" name="Freeform: Shape 268">
                  <a:extLst>
                    <a:ext uri="{FF2B5EF4-FFF2-40B4-BE49-F238E27FC236}">
                      <a16:creationId xmlns:a16="http://schemas.microsoft.com/office/drawing/2014/main" id="{3D1723E9-FC99-25DA-E1F1-C0EF22DEC63C}"/>
                    </a:ext>
                  </a:extLst>
                </p:cNvPr>
                <p:cNvSpPr/>
                <p:nvPr/>
              </p:nvSpPr>
              <p:spPr>
                <a:xfrm>
                  <a:off x="5390183" y="891424"/>
                  <a:ext cx="136202" cy="354886"/>
                </a:xfrm>
                <a:custGeom>
                  <a:avLst/>
                  <a:gdLst>
                    <a:gd name="connsiteX0" fmla="*/ 44161 w 136202"/>
                    <a:gd name="connsiteY0" fmla="*/ 0 h 354886"/>
                    <a:gd name="connsiteX1" fmla="*/ 136202 w 136202"/>
                    <a:gd name="connsiteY1" fmla="*/ 343500 h 354886"/>
                    <a:gd name="connsiteX2" fmla="*/ 91921 w 136202"/>
                    <a:gd name="connsiteY2" fmla="*/ 354886 h 354886"/>
                    <a:gd name="connsiteX3" fmla="*/ 0 w 136202"/>
                    <a:gd name="connsiteY3" fmla="*/ 11833 h 354886"/>
                    <a:gd name="connsiteX4" fmla="*/ 44161 w 136202"/>
                    <a:gd name="connsiteY4" fmla="*/ 0 h 354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6">
                      <a:moveTo>
                        <a:pt x="44161" y="0"/>
                      </a:moveTo>
                      <a:lnTo>
                        <a:pt x="136202" y="343500"/>
                      </a:lnTo>
                      <a:lnTo>
                        <a:pt x="91921" y="354886"/>
                      </a:lnTo>
                      <a:lnTo>
                        <a:pt x="0" y="11833"/>
                      </a:lnTo>
                      <a:lnTo>
                        <a:pt x="441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" name="Freeform: Shape 269">
                  <a:extLst>
                    <a:ext uri="{FF2B5EF4-FFF2-40B4-BE49-F238E27FC236}">
                      <a16:creationId xmlns:a16="http://schemas.microsoft.com/office/drawing/2014/main" id="{13F957C7-8139-E8FC-D73A-B62EB5A3CFB5}"/>
                    </a:ext>
                  </a:extLst>
                </p:cNvPr>
                <p:cNvSpPr/>
                <p:nvPr/>
              </p:nvSpPr>
              <p:spPr>
                <a:xfrm>
                  <a:off x="6649891" y="891425"/>
                  <a:ext cx="135841" cy="353538"/>
                </a:xfrm>
                <a:custGeom>
                  <a:avLst/>
                  <a:gdLst>
                    <a:gd name="connsiteX0" fmla="*/ 91679 w 135841"/>
                    <a:gd name="connsiteY0" fmla="*/ 0 h 353538"/>
                    <a:gd name="connsiteX1" fmla="*/ 135841 w 135841"/>
                    <a:gd name="connsiteY1" fmla="*/ 11833 h 353538"/>
                    <a:gd name="connsiteX2" fmla="*/ 44281 w 135841"/>
                    <a:gd name="connsiteY2" fmla="*/ 353538 h 353538"/>
                    <a:gd name="connsiteX3" fmla="*/ 0 w 135841"/>
                    <a:gd name="connsiteY3" fmla="*/ 342153 h 353538"/>
                    <a:gd name="connsiteX4" fmla="*/ 91679 w 135841"/>
                    <a:gd name="connsiteY4" fmla="*/ 0 h 3535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1" h="353538">
                      <a:moveTo>
                        <a:pt x="91679" y="0"/>
                      </a:moveTo>
                      <a:lnTo>
                        <a:pt x="135841" y="11833"/>
                      </a:lnTo>
                      <a:lnTo>
                        <a:pt x="44281" y="353538"/>
                      </a:lnTo>
                      <a:lnTo>
                        <a:pt x="0" y="342153"/>
                      </a:lnTo>
                      <a:lnTo>
                        <a:pt x="9167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" name="Freeform: Shape 270">
                  <a:extLst>
                    <a:ext uri="{FF2B5EF4-FFF2-40B4-BE49-F238E27FC236}">
                      <a16:creationId xmlns:a16="http://schemas.microsoft.com/office/drawing/2014/main" id="{BE7DE06F-F786-4FAD-7014-7D26B7529FE3}"/>
                    </a:ext>
                  </a:extLst>
                </p:cNvPr>
                <p:cNvSpPr/>
                <p:nvPr/>
              </p:nvSpPr>
              <p:spPr>
                <a:xfrm>
                  <a:off x="4762821" y="1146720"/>
                  <a:ext cx="217217" cy="331395"/>
                </a:xfrm>
                <a:custGeom>
                  <a:avLst/>
                  <a:gdLst>
                    <a:gd name="connsiteX0" fmla="*/ 39595 w 217217"/>
                    <a:gd name="connsiteY0" fmla="*/ 0 h 331395"/>
                    <a:gd name="connsiteX1" fmla="*/ 217217 w 217217"/>
                    <a:gd name="connsiteY1" fmla="*/ 307651 h 331395"/>
                    <a:gd name="connsiteX2" fmla="*/ 178133 w 217217"/>
                    <a:gd name="connsiteY2" fmla="*/ 331395 h 331395"/>
                    <a:gd name="connsiteX3" fmla="*/ 0 w 217217"/>
                    <a:gd name="connsiteY3" fmla="*/ 22860 h 331395"/>
                    <a:gd name="connsiteX4" fmla="*/ 39595 w 217217"/>
                    <a:gd name="connsiteY4" fmla="*/ 0 h 331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5">
                      <a:moveTo>
                        <a:pt x="39595" y="0"/>
                      </a:moveTo>
                      <a:lnTo>
                        <a:pt x="217217" y="307651"/>
                      </a:lnTo>
                      <a:lnTo>
                        <a:pt x="178133" y="331395"/>
                      </a:lnTo>
                      <a:lnTo>
                        <a:pt x="0" y="22860"/>
                      </a:lnTo>
                      <a:lnTo>
                        <a:pt x="3959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" name="Freeform: Shape 271">
                  <a:extLst>
                    <a:ext uri="{FF2B5EF4-FFF2-40B4-BE49-F238E27FC236}">
                      <a16:creationId xmlns:a16="http://schemas.microsoft.com/office/drawing/2014/main" id="{1413FE0A-CDDD-FB8E-5D06-BCF26E3B7CEA}"/>
                    </a:ext>
                  </a:extLst>
                </p:cNvPr>
                <p:cNvSpPr/>
                <p:nvPr/>
              </p:nvSpPr>
              <p:spPr>
                <a:xfrm>
                  <a:off x="7197332" y="1146719"/>
                  <a:ext cx="215761" cy="328876"/>
                </a:xfrm>
                <a:custGeom>
                  <a:avLst/>
                  <a:gdLst>
                    <a:gd name="connsiteX0" fmla="*/ 176169 w 215761"/>
                    <a:gd name="connsiteY0" fmla="*/ 0 h 328876"/>
                    <a:gd name="connsiteX1" fmla="*/ 215761 w 215761"/>
                    <a:gd name="connsiteY1" fmla="*/ 22859 h 328876"/>
                    <a:gd name="connsiteX2" fmla="*/ 39082 w 215761"/>
                    <a:gd name="connsiteY2" fmla="*/ 328876 h 328876"/>
                    <a:gd name="connsiteX3" fmla="*/ 0 w 215761"/>
                    <a:gd name="connsiteY3" fmla="*/ 305133 h 328876"/>
                    <a:gd name="connsiteX4" fmla="*/ 176169 w 215761"/>
                    <a:gd name="connsiteY4" fmla="*/ 0 h 3288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1" h="328876">
                      <a:moveTo>
                        <a:pt x="176169" y="0"/>
                      </a:moveTo>
                      <a:lnTo>
                        <a:pt x="215761" y="22859"/>
                      </a:lnTo>
                      <a:lnTo>
                        <a:pt x="39082" y="328876"/>
                      </a:lnTo>
                      <a:lnTo>
                        <a:pt x="0" y="305133"/>
                      </a:lnTo>
                      <a:lnTo>
                        <a:pt x="17616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" name="Freeform: Shape 272">
                  <a:extLst>
                    <a:ext uri="{FF2B5EF4-FFF2-40B4-BE49-F238E27FC236}">
                      <a16:creationId xmlns:a16="http://schemas.microsoft.com/office/drawing/2014/main" id="{84F81F85-47AC-143F-4A6B-539A0449EB35}"/>
                    </a:ext>
                  </a:extLst>
                </p:cNvPr>
                <p:cNvSpPr/>
                <p:nvPr/>
              </p:nvSpPr>
              <p:spPr>
                <a:xfrm>
                  <a:off x="4225764" y="1556870"/>
                  <a:ext cx="283734" cy="283868"/>
                </a:xfrm>
                <a:custGeom>
                  <a:avLst/>
                  <a:gdLst>
                    <a:gd name="connsiteX0" fmla="*/ 32328 w 283734"/>
                    <a:gd name="connsiteY0" fmla="*/ 0 h 283868"/>
                    <a:gd name="connsiteX1" fmla="*/ 283734 w 283734"/>
                    <a:gd name="connsiteY1" fmla="*/ 251406 h 283868"/>
                    <a:gd name="connsiteX2" fmla="*/ 268266 w 283734"/>
                    <a:gd name="connsiteY2" fmla="*/ 265464 h 283868"/>
                    <a:gd name="connsiteX3" fmla="*/ 251540 w 283734"/>
                    <a:gd name="connsiteY3" fmla="*/ 283868 h 283868"/>
                    <a:gd name="connsiteX4" fmla="*/ 0 w 283734"/>
                    <a:gd name="connsiteY4" fmla="*/ 32328 h 283868"/>
                    <a:gd name="connsiteX5" fmla="*/ 32328 w 283734"/>
                    <a:gd name="connsiteY5" fmla="*/ 0 h 283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4" h="283868">
                      <a:moveTo>
                        <a:pt x="32328" y="0"/>
                      </a:moveTo>
                      <a:lnTo>
                        <a:pt x="283734" y="251406"/>
                      </a:lnTo>
                      <a:lnTo>
                        <a:pt x="268266" y="265464"/>
                      </a:lnTo>
                      <a:lnTo>
                        <a:pt x="251540" y="283868"/>
                      </a:lnTo>
                      <a:lnTo>
                        <a:pt x="0" y="32328"/>
                      </a:lnTo>
                      <a:lnTo>
                        <a:pt x="3232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" name="Freeform: Shape 273">
                  <a:extLst>
                    <a:ext uri="{FF2B5EF4-FFF2-40B4-BE49-F238E27FC236}">
                      <a16:creationId xmlns:a16="http://schemas.microsoft.com/office/drawing/2014/main" id="{B9A6444A-7CD3-B4DD-E014-F4E94058C478}"/>
                    </a:ext>
                  </a:extLst>
                </p:cNvPr>
                <p:cNvSpPr/>
                <p:nvPr/>
              </p:nvSpPr>
              <p:spPr>
                <a:xfrm>
                  <a:off x="7669082" y="1556870"/>
                  <a:ext cx="281068" cy="280936"/>
                </a:xfrm>
                <a:custGeom>
                  <a:avLst/>
                  <a:gdLst>
                    <a:gd name="connsiteX0" fmla="*/ 248740 w 281068"/>
                    <a:gd name="connsiteY0" fmla="*/ 0 h 280936"/>
                    <a:gd name="connsiteX1" fmla="*/ 281068 w 281068"/>
                    <a:gd name="connsiteY1" fmla="*/ 32329 h 280936"/>
                    <a:gd name="connsiteX2" fmla="*/ 32462 w 281068"/>
                    <a:gd name="connsiteY2" fmla="*/ 280936 h 280936"/>
                    <a:gd name="connsiteX3" fmla="*/ 18400 w 281068"/>
                    <a:gd name="connsiteY3" fmla="*/ 265464 h 280936"/>
                    <a:gd name="connsiteX4" fmla="*/ 0 w 281068"/>
                    <a:gd name="connsiteY4" fmla="*/ 248741 h 280936"/>
                    <a:gd name="connsiteX5" fmla="*/ 248740 w 281068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68" h="280936">
                      <a:moveTo>
                        <a:pt x="248740" y="0"/>
                      </a:moveTo>
                      <a:lnTo>
                        <a:pt x="281068" y="32329"/>
                      </a:lnTo>
                      <a:lnTo>
                        <a:pt x="32462" y="280936"/>
                      </a:lnTo>
                      <a:lnTo>
                        <a:pt x="18400" y="265464"/>
                      </a:lnTo>
                      <a:lnTo>
                        <a:pt x="0" y="248741"/>
                      </a:lnTo>
                      <a:lnTo>
                        <a:pt x="24874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Freeform: Shape 274">
                  <a:extLst>
                    <a:ext uri="{FF2B5EF4-FFF2-40B4-BE49-F238E27FC236}">
                      <a16:creationId xmlns:a16="http://schemas.microsoft.com/office/drawing/2014/main" id="{C3FF114E-62C3-098F-A996-1B87FD487DDD}"/>
                    </a:ext>
                  </a:extLst>
                </p:cNvPr>
                <p:cNvSpPr/>
                <p:nvPr/>
              </p:nvSpPr>
              <p:spPr>
                <a:xfrm>
                  <a:off x="3815614" y="2093927"/>
                  <a:ext cx="332209" cy="217687"/>
                </a:xfrm>
                <a:custGeom>
                  <a:avLst/>
                  <a:gdLst>
                    <a:gd name="connsiteX0" fmla="*/ 22860 w 332209"/>
                    <a:gd name="connsiteY0" fmla="*/ 0 h 217687"/>
                    <a:gd name="connsiteX1" fmla="*/ 332209 w 332209"/>
                    <a:gd name="connsiteY1" fmla="*/ 178603 h 217687"/>
                    <a:gd name="connsiteX2" fmla="*/ 308465 w 332209"/>
                    <a:gd name="connsiteY2" fmla="*/ 217687 h 217687"/>
                    <a:gd name="connsiteX3" fmla="*/ 0 w 332209"/>
                    <a:gd name="connsiteY3" fmla="*/ 39594 h 217687"/>
                    <a:gd name="connsiteX4" fmla="*/ 22860 w 332209"/>
                    <a:gd name="connsiteY4" fmla="*/ 0 h 2176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09" h="217687">
                      <a:moveTo>
                        <a:pt x="22860" y="0"/>
                      </a:moveTo>
                      <a:lnTo>
                        <a:pt x="332209" y="178603"/>
                      </a:lnTo>
                      <a:lnTo>
                        <a:pt x="308465" y="217687"/>
                      </a:lnTo>
                      <a:lnTo>
                        <a:pt x="0" y="39594"/>
                      </a:lnTo>
                      <a:lnTo>
                        <a:pt x="2286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Freeform: Shape 275">
                  <a:extLst>
                    <a:ext uri="{FF2B5EF4-FFF2-40B4-BE49-F238E27FC236}">
                      <a16:creationId xmlns:a16="http://schemas.microsoft.com/office/drawing/2014/main" id="{B389F086-13FA-D930-8E09-EED862E96FD2}"/>
                    </a:ext>
                  </a:extLst>
                </p:cNvPr>
                <p:cNvSpPr/>
                <p:nvPr/>
              </p:nvSpPr>
              <p:spPr>
                <a:xfrm>
                  <a:off x="8032238" y="2093927"/>
                  <a:ext cx="328063" cy="215292"/>
                </a:xfrm>
                <a:custGeom>
                  <a:avLst/>
                  <a:gdLst>
                    <a:gd name="connsiteX0" fmla="*/ 305203 w 328063"/>
                    <a:gd name="connsiteY0" fmla="*/ 0 h 215292"/>
                    <a:gd name="connsiteX1" fmla="*/ 328063 w 328063"/>
                    <a:gd name="connsiteY1" fmla="*/ 39593 h 215292"/>
                    <a:gd name="connsiteX2" fmla="*/ 23743 w 328063"/>
                    <a:gd name="connsiteY2" fmla="*/ 215292 h 215292"/>
                    <a:gd name="connsiteX3" fmla="*/ 0 w 328063"/>
                    <a:gd name="connsiteY3" fmla="*/ 176209 h 215292"/>
                    <a:gd name="connsiteX4" fmla="*/ 305203 w 328063"/>
                    <a:gd name="connsiteY4" fmla="*/ 0 h 215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3" h="215292">
                      <a:moveTo>
                        <a:pt x="305203" y="0"/>
                      </a:moveTo>
                      <a:lnTo>
                        <a:pt x="328063" y="39593"/>
                      </a:lnTo>
                      <a:lnTo>
                        <a:pt x="23743" y="215292"/>
                      </a:lnTo>
                      <a:lnTo>
                        <a:pt x="0" y="176209"/>
                      </a:lnTo>
                      <a:lnTo>
                        <a:pt x="30520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Freeform: Shape 276">
                  <a:extLst>
                    <a:ext uri="{FF2B5EF4-FFF2-40B4-BE49-F238E27FC236}">
                      <a16:creationId xmlns:a16="http://schemas.microsoft.com/office/drawing/2014/main" id="{FFB4E658-82AE-5EDC-42CD-4C2DB6C5BCCB}"/>
                    </a:ext>
                  </a:extLst>
                </p:cNvPr>
                <p:cNvSpPr/>
                <p:nvPr/>
              </p:nvSpPr>
              <p:spPr>
                <a:xfrm>
                  <a:off x="3560320" y="2721289"/>
                  <a:ext cx="356833" cy="136723"/>
                </a:xfrm>
                <a:custGeom>
                  <a:avLst/>
                  <a:gdLst>
                    <a:gd name="connsiteX0" fmla="*/ 11833 w 356833"/>
                    <a:gd name="connsiteY0" fmla="*/ 0 h 136723"/>
                    <a:gd name="connsiteX1" fmla="*/ 356833 w 356833"/>
                    <a:gd name="connsiteY1" fmla="*/ 92443 h 136723"/>
                    <a:gd name="connsiteX2" fmla="*/ 345447 w 356833"/>
                    <a:gd name="connsiteY2" fmla="*/ 136723 h 136723"/>
                    <a:gd name="connsiteX3" fmla="*/ 0 w 356833"/>
                    <a:gd name="connsiteY3" fmla="*/ 44161 h 136723"/>
                    <a:gd name="connsiteX4" fmla="*/ 11833 w 356833"/>
                    <a:gd name="connsiteY4" fmla="*/ 0 h 136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3" h="136723">
                      <a:moveTo>
                        <a:pt x="11833" y="0"/>
                      </a:moveTo>
                      <a:lnTo>
                        <a:pt x="356833" y="92443"/>
                      </a:lnTo>
                      <a:lnTo>
                        <a:pt x="345447" y="136723"/>
                      </a:lnTo>
                      <a:lnTo>
                        <a:pt x="0" y="44161"/>
                      </a:lnTo>
                      <a:lnTo>
                        <a:pt x="1183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Freeform: Shape 277">
                  <a:extLst>
                    <a:ext uri="{FF2B5EF4-FFF2-40B4-BE49-F238E27FC236}">
                      <a16:creationId xmlns:a16="http://schemas.microsoft.com/office/drawing/2014/main" id="{9DE9F5BC-6A60-E344-A7BE-27CBA828F035}"/>
                    </a:ext>
                  </a:extLst>
                </p:cNvPr>
                <p:cNvSpPr/>
                <p:nvPr/>
              </p:nvSpPr>
              <p:spPr>
                <a:xfrm>
                  <a:off x="8264000" y="2721289"/>
                  <a:ext cx="351595" cy="135321"/>
                </a:xfrm>
                <a:custGeom>
                  <a:avLst/>
                  <a:gdLst>
                    <a:gd name="connsiteX0" fmla="*/ 339761 w 351595"/>
                    <a:gd name="connsiteY0" fmla="*/ 0 h 135321"/>
                    <a:gd name="connsiteX1" fmla="*/ 351595 w 351595"/>
                    <a:gd name="connsiteY1" fmla="*/ 44162 h 135321"/>
                    <a:gd name="connsiteX2" fmla="*/ 11386 w 351595"/>
                    <a:gd name="connsiteY2" fmla="*/ 135321 h 135321"/>
                    <a:gd name="connsiteX3" fmla="*/ 0 w 351595"/>
                    <a:gd name="connsiteY3" fmla="*/ 91039 h 135321"/>
                    <a:gd name="connsiteX4" fmla="*/ 339761 w 351595"/>
                    <a:gd name="connsiteY4" fmla="*/ 0 h 135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1">
                      <a:moveTo>
                        <a:pt x="339761" y="0"/>
                      </a:moveTo>
                      <a:lnTo>
                        <a:pt x="351595" y="44162"/>
                      </a:lnTo>
                      <a:lnTo>
                        <a:pt x="11386" y="135321"/>
                      </a:lnTo>
                      <a:lnTo>
                        <a:pt x="0" y="91039"/>
                      </a:lnTo>
                      <a:lnTo>
                        <a:pt x="3397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Freeform: Shape 278">
                  <a:extLst>
                    <a:ext uri="{FF2B5EF4-FFF2-40B4-BE49-F238E27FC236}">
                      <a16:creationId xmlns:a16="http://schemas.microsoft.com/office/drawing/2014/main" id="{C7B12748-AF8E-95B1-ECD6-82782D65C266}"/>
                    </a:ext>
                  </a:extLst>
                </p:cNvPr>
                <p:cNvSpPr/>
                <p:nvPr/>
              </p:nvSpPr>
              <p:spPr>
                <a:xfrm>
                  <a:off x="3477279" y="3396204"/>
                  <a:ext cx="356521" cy="45719"/>
                </a:xfrm>
                <a:custGeom>
                  <a:avLst/>
                  <a:gdLst>
                    <a:gd name="connsiteX0" fmla="*/ 356520 w 356521"/>
                    <a:gd name="connsiteY0" fmla="*/ 0 h 45719"/>
                    <a:gd name="connsiteX1" fmla="*/ 355366 w 356521"/>
                    <a:gd name="connsiteY1" fmla="*/ 22857 h 45719"/>
                    <a:gd name="connsiteX2" fmla="*/ 356521 w 356521"/>
                    <a:gd name="connsiteY2" fmla="*/ 45719 h 45719"/>
                    <a:gd name="connsiteX3" fmla="*/ 1 w 356521"/>
                    <a:gd name="connsiteY3" fmla="*/ 45719 h 45719"/>
                    <a:gd name="connsiteX4" fmla="*/ 0 w 356521"/>
                    <a:gd name="connsiteY4" fmla="*/ 0 h 45719"/>
                    <a:gd name="connsiteX5" fmla="*/ 356520 w 356521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6521" h="45719">
                      <a:moveTo>
                        <a:pt x="356520" y="0"/>
                      </a:moveTo>
                      <a:lnTo>
                        <a:pt x="355366" y="22857"/>
                      </a:lnTo>
                      <a:lnTo>
                        <a:pt x="356521" y="45719"/>
                      </a:lnTo>
                      <a:lnTo>
                        <a:pt x="1" y="45719"/>
                      </a:lnTo>
                      <a:lnTo>
                        <a:pt x="0" y="0"/>
                      </a:lnTo>
                      <a:lnTo>
                        <a:pt x="35652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Freeform: Shape 279">
                  <a:extLst>
                    <a:ext uri="{FF2B5EF4-FFF2-40B4-BE49-F238E27FC236}">
                      <a16:creationId xmlns:a16="http://schemas.microsoft.com/office/drawing/2014/main" id="{03E42BC8-310F-EF93-32D1-78F86BAB1588}"/>
                    </a:ext>
                  </a:extLst>
                </p:cNvPr>
                <p:cNvSpPr/>
                <p:nvPr/>
              </p:nvSpPr>
              <p:spPr>
                <a:xfrm>
                  <a:off x="8347714" y="3396204"/>
                  <a:ext cx="350920" cy="45719"/>
                </a:xfrm>
                <a:custGeom>
                  <a:avLst/>
                  <a:gdLst>
                    <a:gd name="connsiteX0" fmla="*/ 0 w 350920"/>
                    <a:gd name="connsiteY0" fmla="*/ 0 h 45719"/>
                    <a:gd name="connsiteX1" fmla="*/ 350920 w 350920"/>
                    <a:gd name="connsiteY1" fmla="*/ 0 h 45719"/>
                    <a:gd name="connsiteX2" fmla="*/ 350920 w 350920"/>
                    <a:gd name="connsiteY2" fmla="*/ 45719 h 45719"/>
                    <a:gd name="connsiteX3" fmla="*/ 0 w 350920"/>
                    <a:gd name="connsiteY3" fmla="*/ 45719 h 45719"/>
                    <a:gd name="connsiteX4" fmla="*/ 1154 w 350920"/>
                    <a:gd name="connsiteY4" fmla="*/ 22857 h 45719"/>
                    <a:gd name="connsiteX5" fmla="*/ 0 w 350920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0920" h="45719">
                      <a:moveTo>
                        <a:pt x="0" y="0"/>
                      </a:moveTo>
                      <a:lnTo>
                        <a:pt x="350920" y="0"/>
                      </a:lnTo>
                      <a:lnTo>
                        <a:pt x="350920" y="45719"/>
                      </a:lnTo>
                      <a:lnTo>
                        <a:pt x="0" y="45719"/>
                      </a:lnTo>
                      <a:lnTo>
                        <a:pt x="1154" y="2285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Freeform: Shape 280">
                  <a:extLst>
                    <a:ext uri="{FF2B5EF4-FFF2-40B4-BE49-F238E27FC236}">
                      <a16:creationId xmlns:a16="http://schemas.microsoft.com/office/drawing/2014/main" id="{05D0E3AF-D8B4-950F-29CA-66455554F80E}"/>
                    </a:ext>
                  </a:extLst>
                </p:cNvPr>
                <p:cNvSpPr/>
                <p:nvPr/>
              </p:nvSpPr>
              <p:spPr>
                <a:xfrm>
                  <a:off x="3560319" y="3980112"/>
                  <a:ext cx="356835" cy="136724"/>
                </a:xfrm>
                <a:custGeom>
                  <a:avLst/>
                  <a:gdLst>
                    <a:gd name="connsiteX0" fmla="*/ 345449 w 356835"/>
                    <a:gd name="connsiteY0" fmla="*/ 0 h 136724"/>
                    <a:gd name="connsiteX1" fmla="*/ 356835 w 356835"/>
                    <a:gd name="connsiteY1" fmla="*/ 44281 h 136724"/>
                    <a:gd name="connsiteX2" fmla="*/ 11833 w 356835"/>
                    <a:gd name="connsiteY2" fmla="*/ 136724 h 136724"/>
                    <a:gd name="connsiteX3" fmla="*/ 0 w 356835"/>
                    <a:gd name="connsiteY3" fmla="*/ 92563 h 136724"/>
                    <a:gd name="connsiteX4" fmla="*/ 345449 w 356835"/>
                    <a:gd name="connsiteY4" fmla="*/ 0 h 136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5" h="136724">
                      <a:moveTo>
                        <a:pt x="345449" y="0"/>
                      </a:moveTo>
                      <a:lnTo>
                        <a:pt x="356835" y="44281"/>
                      </a:lnTo>
                      <a:lnTo>
                        <a:pt x="11833" y="136724"/>
                      </a:lnTo>
                      <a:lnTo>
                        <a:pt x="0" y="92563"/>
                      </a:lnTo>
                      <a:lnTo>
                        <a:pt x="34544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Freeform: Shape 281">
                  <a:extLst>
                    <a:ext uri="{FF2B5EF4-FFF2-40B4-BE49-F238E27FC236}">
                      <a16:creationId xmlns:a16="http://schemas.microsoft.com/office/drawing/2014/main" id="{F9B297CB-D381-1949-B8CF-43789ACE1D07}"/>
                    </a:ext>
                  </a:extLst>
                </p:cNvPr>
                <p:cNvSpPr/>
                <p:nvPr/>
              </p:nvSpPr>
              <p:spPr>
                <a:xfrm>
                  <a:off x="8264000" y="3981516"/>
                  <a:ext cx="351595" cy="135320"/>
                </a:xfrm>
                <a:custGeom>
                  <a:avLst/>
                  <a:gdLst>
                    <a:gd name="connsiteX0" fmla="*/ 11385 w 351595"/>
                    <a:gd name="connsiteY0" fmla="*/ 0 h 135320"/>
                    <a:gd name="connsiteX1" fmla="*/ 351595 w 351595"/>
                    <a:gd name="connsiteY1" fmla="*/ 91159 h 135320"/>
                    <a:gd name="connsiteX2" fmla="*/ 339762 w 351595"/>
                    <a:gd name="connsiteY2" fmla="*/ 135320 h 135320"/>
                    <a:gd name="connsiteX3" fmla="*/ 0 w 351595"/>
                    <a:gd name="connsiteY3" fmla="*/ 44281 h 135320"/>
                    <a:gd name="connsiteX4" fmla="*/ 11385 w 351595"/>
                    <a:gd name="connsiteY4" fmla="*/ 0 h 135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0">
                      <a:moveTo>
                        <a:pt x="11385" y="0"/>
                      </a:moveTo>
                      <a:lnTo>
                        <a:pt x="351595" y="91159"/>
                      </a:lnTo>
                      <a:lnTo>
                        <a:pt x="339762" y="135320"/>
                      </a:lnTo>
                      <a:lnTo>
                        <a:pt x="0" y="44281"/>
                      </a:lnTo>
                      <a:lnTo>
                        <a:pt x="1138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Freeform: Shape 282">
                  <a:extLst>
                    <a:ext uri="{FF2B5EF4-FFF2-40B4-BE49-F238E27FC236}">
                      <a16:creationId xmlns:a16="http://schemas.microsoft.com/office/drawing/2014/main" id="{1F592AFD-ED08-BCEE-685D-2AFD3A8E27A7}"/>
                    </a:ext>
                  </a:extLst>
                </p:cNvPr>
                <p:cNvSpPr/>
                <p:nvPr/>
              </p:nvSpPr>
              <p:spPr>
                <a:xfrm>
                  <a:off x="3815614" y="4526511"/>
                  <a:ext cx="332211" cy="217688"/>
                </a:xfrm>
                <a:custGeom>
                  <a:avLst/>
                  <a:gdLst>
                    <a:gd name="connsiteX0" fmla="*/ 308467 w 332211"/>
                    <a:gd name="connsiteY0" fmla="*/ 0 h 217688"/>
                    <a:gd name="connsiteX1" fmla="*/ 332211 w 332211"/>
                    <a:gd name="connsiteY1" fmla="*/ 39084 h 217688"/>
                    <a:gd name="connsiteX2" fmla="*/ 22860 w 332211"/>
                    <a:gd name="connsiteY2" fmla="*/ 217688 h 217688"/>
                    <a:gd name="connsiteX3" fmla="*/ 0 w 332211"/>
                    <a:gd name="connsiteY3" fmla="*/ 178093 h 217688"/>
                    <a:gd name="connsiteX4" fmla="*/ 308467 w 332211"/>
                    <a:gd name="connsiteY4" fmla="*/ 0 h 217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11" h="217688">
                      <a:moveTo>
                        <a:pt x="308467" y="0"/>
                      </a:moveTo>
                      <a:lnTo>
                        <a:pt x="332211" y="39084"/>
                      </a:lnTo>
                      <a:lnTo>
                        <a:pt x="22860" y="217688"/>
                      </a:lnTo>
                      <a:lnTo>
                        <a:pt x="0" y="178093"/>
                      </a:lnTo>
                      <a:lnTo>
                        <a:pt x="30846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Freeform: Shape 283">
                  <a:extLst>
                    <a:ext uri="{FF2B5EF4-FFF2-40B4-BE49-F238E27FC236}">
                      <a16:creationId xmlns:a16="http://schemas.microsoft.com/office/drawing/2014/main" id="{47BB9547-92D7-A6B2-C3B3-C374DC639E64}"/>
                    </a:ext>
                  </a:extLst>
                </p:cNvPr>
                <p:cNvSpPr/>
                <p:nvPr/>
              </p:nvSpPr>
              <p:spPr>
                <a:xfrm>
                  <a:off x="8032234" y="4528904"/>
                  <a:ext cx="328066" cy="215294"/>
                </a:xfrm>
                <a:custGeom>
                  <a:avLst/>
                  <a:gdLst>
                    <a:gd name="connsiteX0" fmla="*/ 23744 w 328066"/>
                    <a:gd name="connsiteY0" fmla="*/ 0 h 215294"/>
                    <a:gd name="connsiteX1" fmla="*/ 328066 w 328066"/>
                    <a:gd name="connsiteY1" fmla="*/ 175700 h 215294"/>
                    <a:gd name="connsiteX2" fmla="*/ 305206 w 328066"/>
                    <a:gd name="connsiteY2" fmla="*/ 215294 h 215294"/>
                    <a:gd name="connsiteX3" fmla="*/ 0 w 328066"/>
                    <a:gd name="connsiteY3" fmla="*/ 39084 h 215294"/>
                    <a:gd name="connsiteX4" fmla="*/ 23744 w 328066"/>
                    <a:gd name="connsiteY4" fmla="*/ 0 h 215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6" h="215294">
                      <a:moveTo>
                        <a:pt x="23744" y="0"/>
                      </a:moveTo>
                      <a:lnTo>
                        <a:pt x="328066" y="175700"/>
                      </a:lnTo>
                      <a:lnTo>
                        <a:pt x="305206" y="215294"/>
                      </a:lnTo>
                      <a:lnTo>
                        <a:pt x="0" y="39084"/>
                      </a:lnTo>
                      <a:lnTo>
                        <a:pt x="2374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Freeform: Shape 284">
                  <a:extLst>
                    <a:ext uri="{FF2B5EF4-FFF2-40B4-BE49-F238E27FC236}">
                      <a16:creationId xmlns:a16="http://schemas.microsoft.com/office/drawing/2014/main" id="{38C9FBAD-CCFA-4069-8BC8-500E6580A007}"/>
                    </a:ext>
                  </a:extLst>
                </p:cNvPr>
                <p:cNvSpPr/>
                <p:nvPr/>
              </p:nvSpPr>
              <p:spPr>
                <a:xfrm>
                  <a:off x="4225765" y="4997386"/>
                  <a:ext cx="283736" cy="283869"/>
                </a:xfrm>
                <a:custGeom>
                  <a:avLst/>
                  <a:gdLst>
                    <a:gd name="connsiteX0" fmla="*/ 251541 w 283736"/>
                    <a:gd name="connsiteY0" fmla="*/ 0 h 283869"/>
                    <a:gd name="connsiteX1" fmla="*/ 268265 w 283736"/>
                    <a:gd name="connsiteY1" fmla="*/ 18401 h 283869"/>
                    <a:gd name="connsiteX2" fmla="*/ 283736 w 283736"/>
                    <a:gd name="connsiteY2" fmla="*/ 32462 h 283869"/>
                    <a:gd name="connsiteX3" fmla="*/ 32328 w 283736"/>
                    <a:gd name="connsiteY3" fmla="*/ 283869 h 283869"/>
                    <a:gd name="connsiteX4" fmla="*/ 0 w 283736"/>
                    <a:gd name="connsiteY4" fmla="*/ 251541 h 283869"/>
                    <a:gd name="connsiteX5" fmla="*/ 251541 w 283736"/>
                    <a:gd name="connsiteY5" fmla="*/ 0 h 283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6" h="283869">
                      <a:moveTo>
                        <a:pt x="251541" y="0"/>
                      </a:moveTo>
                      <a:lnTo>
                        <a:pt x="268265" y="18401"/>
                      </a:lnTo>
                      <a:lnTo>
                        <a:pt x="283736" y="32462"/>
                      </a:lnTo>
                      <a:lnTo>
                        <a:pt x="32328" y="283869"/>
                      </a:lnTo>
                      <a:lnTo>
                        <a:pt x="0" y="251541"/>
                      </a:lnTo>
                      <a:lnTo>
                        <a:pt x="25154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Freeform: Shape 285">
                  <a:extLst>
                    <a:ext uri="{FF2B5EF4-FFF2-40B4-BE49-F238E27FC236}">
                      <a16:creationId xmlns:a16="http://schemas.microsoft.com/office/drawing/2014/main" id="{87D0548E-76D4-A69C-BD3A-2EBE05FE8C8D}"/>
                    </a:ext>
                  </a:extLst>
                </p:cNvPr>
                <p:cNvSpPr/>
                <p:nvPr/>
              </p:nvSpPr>
              <p:spPr>
                <a:xfrm>
                  <a:off x="7669079" y="5000318"/>
                  <a:ext cx="281070" cy="280936"/>
                </a:xfrm>
                <a:custGeom>
                  <a:avLst/>
                  <a:gdLst>
                    <a:gd name="connsiteX0" fmla="*/ 32462 w 281070"/>
                    <a:gd name="connsiteY0" fmla="*/ 0 h 280936"/>
                    <a:gd name="connsiteX1" fmla="*/ 281070 w 281070"/>
                    <a:gd name="connsiteY1" fmla="*/ 248608 h 280936"/>
                    <a:gd name="connsiteX2" fmla="*/ 248742 w 281070"/>
                    <a:gd name="connsiteY2" fmla="*/ 280936 h 280936"/>
                    <a:gd name="connsiteX3" fmla="*/ 0 w 281070"/>
                    <a:gd name="connsiteY3" fmla="*/ 32194 h 280936"/>
                    <a:gd name="connsiteX4" fmla="*/ 18403 w 281070"/>
                    <a:gd name="connsiteY4" fmla="*/ 15468 h 280936"/>
                    <a:gd name="connsiteX5" fmla="*/ 32462 w 281070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70" h="280936">
                      <a:moveTo>
                        <a:pt x="32462" y="0"/>
                      </a:moveTo>
                      <a:lnTo>
                        <a:pt x="281070" y="248608"/>
                      </a:lnTo>
                      <a:lnTo>
                        <a:pt x="248742" y="280936"/>
                      </a:lnTo>
                      <a:lnTo>
                        <a:pt x="0" y="32194"/>
                      </a:lnTo>
                      <a:lnTo>
                        <a:pt x="18403" y="15468"/>
                      </a:lnTo>
                      <a:lnTo>
                        <a:pt x="3246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Freeform: Shape 286">
                  <a:extLst>
                    <a:ext uri="{FF2B5EF4-FFF2-40B4-BE49-F238E27FC236}">
                      <a16:creationId xmlns:a16="http://schemas.microsoft.com/office/drawing/2014/main" id="{92FDB1D2-A824-87EC-9AFF-D223A2904E73}"/>
                    </a:ext>
                  </a:extLst>
                </p:cNvPr>
                <p:cNvSpPr/>
                <p:nvPr/>
              </p:nvSpPr>
              <p:spPr>
                <a:xfrm>
                  <a:off x="4762823" y="5360009"/>
                  <a:ext cx="217217" cy="331397"/>
                </a:xfrm>
                <a:custGeom>
                  <a:avLst/>
                  <a:gdLst>
                    <a:gd name="connsiteX0" fmla="*/ 178134 w 217217"/>
                    <a:gd name="connsiteY0" fmla="*/ 0 h 331397"/>
                    <a:gd name="connsiteX1" fmla="*/ 217217 w 217217"/>
                    <a:gd name="connsiteY1" fmla="*/ 23744 h 331397"/>
                    <a:gd name="connsiteX2" fmla="*/ 39593 w 217217"/>
                    <a:gd name="connsiteY2" fmla="*/ 331397 h 331397"/>
                    <a:gd name="connsiteX3" fmla="*/ 0 w 217217"/>
                    <a:gd name="connsiteY3" fmla="*/ 308537 h 331397"/>
                    <a:gd name="connsiteX4" fmla="*/ 178134 w 217217"/>
                    <a:gd name="connsiteY4" fmla="*/ 0 h 331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7">
                      <a:moveTo>
                        <a:pt x="178134" y="0"/>
                      </a:moveTo>
                      <a:lnTo>
                        <a:pt x="217217" y="23744"/>
                      </a:lnTo>
                      <a:lnTo>
                        <a:pt x="39593" y="331397"/>
                      </a:lnTo>
                      <a:lnTo>
                        <a:pt x="0" y="308537"/>
                      </a:lnTo>
                      <a:lnTo>
                        <a:pt x="17813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" name="Freeform: Shape 287">
                  <a:extLst>
                    <a:ext uri="{FF2B5EF4-FFF2-40B4-BE49-F238E27FC236}">
                      <a16:creationId xmlns:a16="http://schemas.microsoft.com/office/drawing/2014/main" id="{613ABB47-D796-8645-ACF6-28DE096FA54A}"/>
                    </a:ext>
                  </a:extLst>
                </p:cNvPr>
                <p:cNvSpPr/>
                <p:nvPr/>
              </p:nvSpPr>
              <p:spPr>
                <a:xfrm>
                  <a:off x="7197328" y="5362526"/>
                  <a:ext cx="215764" cy="328878"/>
                </a:xfrm>
                <a:custGeom>
                  <a:avLst/>
                  <a:gdLst>
                    <a:gd name="connsiteX0" fmla="*/ 39084 w 215764"/>
                    <a:gd name="connsiteY0" fmla="*/ 0 h 328878"/>
                    <a:gd name="connsiteX1" fmla="*/ 215764 w 215764"/>
                    <a:gd name="connsiteY1" fmla="*/ 306019 h 328878"/>
                    <a:gd name="connsiteX2" fmla="*/ 176170 w 215764"/>
                    <a:gd name="connsiteY2" fmla="*/ 328878 h 328878"/>
                    <a:gd name="connsiteX3" fmla="*/ 0 w 215764"/>
                    <a:gd name="connsiteY3" fmla="*/ 23744 h 328878"/>
                    <a:gd name="connsiteX4" fmla="*/ 39084 w 215764"/>
                    <a:gd name="connsiteY4" fmla="*/ 0 h 3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4" h="328878">
                      <a:moveTo>
                        <a:pt x="39084" y="0"/>
                      </a:moveTo>
                      <a:lnTo>
                        <a:pt x="215764" y="306019"/>
                      </a:lnTo>
                      <a:lnTo>
                        <a:pt x="176170" y="328878"/>
                      </a:lnTo>
                      <a:lnTo>
                        <a:pt x="0" y="23744"/>
                      </a:lnTo>
                      <a:lnTo>
                        <a:pt x="3908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" name="Freeform: Shape 288">
                  <a:extLst>
                    <a:ext uri="{FF2B5EF4-FFF2-40B4-BE49-F238E27FC236}">
                      <a16:creationId xmlns:a16="http://schemas.microsoft.com/office/drawing/2014/main" id="{3A41525B-ED86-2037-87DA-080CEF09B66E}"/>
                    </a:ext>
                  </a:extLst>
                </p:cNvPr>
                <p:cNvSpPr/>
                <p:nvPr/>
              </p:nvSpPr>
              <p:spPr>
                <a:xfrm>
                  <a:off x="5390184" y="5591812"/>
                  <a:ext cx="136202" cy="354889"/>
                </a:xfrm>
                <a:custGeom>
                  <a:avLst/>
                  <a:gdLst>
                    <a:gd name="connsiteX0" fmla="*/ 91922 w 136202"/>
                    <a:gd name="connsiteY0" fmla="*/ 0 h 354889"/>
                    <a:gd name="connsiteX1" fmla="*/ 136202 w 136202"/>
                    <a:gd name="connsiteY1" fmla="*/ 11385 h 354889"/>
                    <a:gd name="connsiteX2" fmla="*/ 44161 w 136202"/>
                    <a:gd name="connsiteY2" fmla="*/ 354889 h 354889"/>
                    <a:gd name="connsiteX3" fmla="*/ 0 w 136202"/>
                    <a:gd name="connsiteY3" fmla="*/ 343056 h 354889"/>
                    <a:gd name="connsiteX4" fmla="*/ 91922 w 136202"/>
                    <a:gd name="connsiteY4" fmla="*/ 0 h 354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9">
                      <a:moveTo>
                        <a:pt x="91922" y="0"/>
                      </a:moveTo>
                      <a:lnTo>
                        <a:pt x="136202" y="11385"/>
                      </a:lnTo>
                      <a:lnTo>
                        <a:pt x="44161" y="354889"/>
                      </a:lnTo>
                      <a:lnTo>
                        <a:pt x="0" y="343056"/>
                      </a:lnTo>
                      <a:lnTo>
                        <a:pt x="9192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" name="Freeform: Shape 289">
                  <a:extLst>
                    <a:ext uri="{FF2B5EF4-FFF2-40B4-BE49-F238E27FC236}">
                      <a16:creationId xmlns:a16="http://schemas.microsoft.com/office/drawing/2014/main" id="{E3513008-C825-0D40-2BA5-D5A704FE98D3}"/>
                    </a:ext>
                  </a:extLst>
                </p:cNvPr>
                <p:cNvSpPr/>
                <p:nvPr/>
              </p:nvSpPr>
              <p:spPr>
                <a:xfrm>
                  <a:off x="6649888" y="5593157"/>
                  <a:ext cx="135842" cy="353542"/>
                </a:xfrm>
                <a:custGeom>
                  <a:avLst/>
                  <a:gdLst>
                    <a:gd name="connsiteX0" fmla="*/ 44281 w 135842"/>
                    <a:gd name="connsiteY0" fmla="*/ 0 h 353542"/>
                    <a:gd name="connsiteX1" fmla="*/ 135842 w 135842"/>
                    <a:gd name="connsiteY1" fmla="*/ 341709 h 353542"/>
                    <a:gd name="connsiteX2" fmla="*/ 91681 w 135842"/>
                    <a:gd name="connsiteY2" fmla="*/ 353542 h 353542"/>
                    <a:gd name="connsiteX3" fmla="*/ 0 w 135842"/>
                    <a:gd name="connsiteY3" fmla="*/ 11386 h 353542"/>
                    <a:gd name="connsiteX4" fmla="*/ 44281 w 135842"/>
                    <a:gd name="connsiteY4" fmla="*/ 0 h 353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2" h="353542">
                      <a:moveTo>
                        <a:pt x="44281" y="0"/>
                      </a:moveTo>
                      <a:lnTo>
                        <a:pt x="135842" y="341709"/>
                      </a:lnTo>
                      <a:lnTo>
                        <a:pt x="91681" y="353542"/>
                      </a:lnTo>
                      <a:lnTo>
                        <a:pt x="0" y="11386"/>
                      </a:lnTo>
                      <a:lnTo>
                        <a:pt x="4428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" name="Freeform: Shape 290">
                  <a:extLst>
                    <a:ext uri="{FF2B5EF4-FFF2-40B4-BE49-F238E27FC236}">
                      <a16:creationId xmlns:a16="http://schemas.microsoft.com/office/drawing/2014/main" id="{835025C6-1BF0-2E6B-365C-6B5E524A5B34}"/>
                    </a:ext>
                  </a:extLst>
                </p:cNvPr>
                <p:cNvSpPr/>
                <p:nvPr/>
              </p:nvSpPr>
              <p:spPr>
                <a:xfrm>
                  <a:off x="6065099" y="5675878"/>
                  <a:ext cx="45719" cy="353863"/>
                </a:xfrm>
                <a:custGeom>
                  <a:avLst/>
                  <a:gdLst>
                    <a:gd name="connsiteX0" fmla="*/ 0 w 45719"/>
                    <a:gd name="connsiteY0" fmla="*/ 0 h 353863"/>
                    <a:gd name="connsiteX1" fmla="*/ 25658 w 45719"/>
                    <a:gd name="connsiteY1" fmla="*/ 1295 h 353863"/>
                    <a:gd name="connsiteX2" fmla="*/ 45719 w 45719"/>
                    <a:gd name="connsiteY2" fmla="*/ 282 h 353863"/>
                    <a:gd name="connsiteX3" fmla="*/ 45719 w 45719"/>
                    <a:gd name="connsiteY3" fmla="*/ 353863 h 353863"/>
                    <a:gd name="connsiteX4" fmla="*/ 0 w 45719"/>
                    <a:gd name="connsiteY4" fmla="*/ 353863 h 353863"/>
                    <a:gd name="connsiteX5" fmla="*/ 0 w 45719"/>
                    <a:gd name="connsiteY5" fmla="*/ 0 h 353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9" h="353863">
                      <a:moveTo>
                        <a:pt x="0" y="0"/>
                      </a:moveTo>
                      <a:lnTo>
                        <a:pt x="25658" y="1295"/>
                      </a:lnTo>
                      <a:lnTo>
                        <a:pt x="45719" y="282"/>
                      </a:lnTo>
                      <a:lnTo>
                        <a:pt x="45719" y="353863"/>
                      </a:lnTo>
                      <a:lnTo>
                        <a:pt x="0" y="3538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5" name="Circle: Hollow 263">
              <a:extLst>
                <a:ext uri="{FF2B5EF4-FFF2-40B4-BE49-F238E27FC236}">
                  <a16:creationId xmlns:a16="http://schemas.microsoft.com/office/drawing/2014/main" id="{5A5531FC-A773-40DF-80D2-5946FA8E4C5A}"/>
                </a:ext>
              </a:extLst>
            </p:cNvPr>
            <p:cNvSpPr/>
            <p:nvPr/>
          </p:nvSpPr>
          <p:spPr>
            <a:xfrm>
              <a:off x="2536424" y="967127"/>
              <a:ext cx="4877362" cy="4877362"/>
            </a:xfrm>
            <a:prstGeom prst="donut">
              <a:avLst>
                <a:gd name="adj" fmla="val 120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Circle: Hollow 264">
              <a:extLst>
                <a:ext uri="{FF2B5EF4-FFF2-40B4-BE49-F238E27FC236}">
                  <a16:creationId xmlns:a16="http://schemas.microsoft.com/office/drawing/2014/main" id="{27DAFF92-5D13-ACB7-0DE8-04FB13149180}"/>
                </a:ext>
              </a:extLst>
            </p:cNvPr>
            <p:cNvSpPr/>
            <p:nvPr/>
          </p:nvSpPr>
          <p:spPr>
            <a:xfrm>
              <a:off x="2215784" y="646487"/>
              <a:ext cx="5518642" cy="5518642"/>
            </a:xfrm>
            <a:prstGeom prst="donut">
              <a:avLst>
                <a:gd name="adj" fmla="val 6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BE8548D2-2522-F62B-1D51-98E3F7CBEF51}"/>
              </a:ext>
            </a:extLst>
          </p:cNvPr>
          <p:cNvSpPr txBox="1"/>
          <p:nvPr/>
        </p:nvSpPr>
        <p:spPr>
          <a:xfrm>
            <a:off x="11608668" y="436510"/>
            <a:ext cx="5797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15</a:t>
            </a:r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r>
              <a:rPr lang="en-US" sz="800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of</a:t>
            </a:r>
            <a:r>
              <a:rPr lang="en-US" sz="800" b="1" i="1" dirty="0">
                <a:solidFill>
                  <a:schemeClr val="bg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15</a:t>
            </a:r>
            <a:endParaRPr lang="en-ID" sz="800" b="1" i="1" dirty="0">
              <a:solidFill>
                <a:schemeClr val="bg1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170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4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3743</TotalTime>
  <Words>393</Words>
  <Application>Microsoft Office PowerPoint</Application>
  <PresentationFormat>Widescreen</PresentationFormat>
  <Paragraphs>54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Montserrat Black</vt:lpstr>
      <vt:lpstr>Poppins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Harno Bhimantoro</dc:creator>
  <cp:lastModifiedBy>Harno Bhimantoro</cp:lastModifiedBy>
  <cp:revision>16</cp:revision>
  <dcterms:created xsi:type="dcterms:W3CDTF">2026-05-15T14:06:45Z</dcterms:created>
  <dcterms:modified xsi:type="dcterms:W3CDTF">2026-05-18T04:30:54Z</dcterms:modified>
</cp:coreProperties>
</file>